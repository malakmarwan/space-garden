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7" r:id="rId2"/>
    <p:sldId id="256" r:id="rId3"/>
    <p:sldId id="258" r:id="rId4"/>
    <p:sldId id="259" r:id="rId5"/>
    <p:sldId id="260" r:id="rId6"/>
    <p:sldId id="262" r:id="rId7"/>
    <p:sldId id="264" r:id="rId8"/>
    <p:sldId id="265" r:id="rId9"/>
    <p:sldId id="299" r:id="rId10"/>
    <p:sldId id="300" r:id="rId11"/>
    <p:sldId id="301" r:id="rId12"/>
    <p:sldId id="286" r:id="rId13"/>
    <p:sldId id="295" r:id="rId14"/>
    <p:sldId id="296" r:id="rId15"/>
    <p:sldId id="297" r:id="rId16"/>
    <p:sldId id="303" r:id="rId17"/>
    <p:sldId id="304" r:id="rId18"/>
    <p:sldId id="305" r:id="rId19"/>
    <p:sldId id="306" r:id="rId20"/>
    <p:sldId id="294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DF6FF"/>
    <a:srgbClr val="B7ECFF"/>
    <a:srgbClr val="EDB9DF"/>
    <a:srgbClr val="F7CDF1"/>
    <a:srgbClr val="FCEAEF"/>
    <a:srgbClr val="FFF0F5"/>
    <a:srgbClr val="FADADD"/>
    <a:srgbClr val="FCEFF2"/>
    <a:srgbClr val="F5C3EE"/>
    <a:srgbClr val="CD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B7FB2010-FD36-4319-B744-4ED44D8D67DF}" v="34" dt="2026-06-11T05:58:48.388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6993" autoAdjust="0"/>
    <p:restoredTop sz="96681" autoAdjust="0"/>
  </p:normalViewPr>
  <p:slideViewPr>
    <p:cSldViewPr snapToGrid="0">
      <p:cViewPr varScale="1">
        <p:scale>
          <a:sx n="76" d="100"/>
          <a:sy n="76" d="100"/>
        </p:scale>
        <p:origin x="1613" y="43"/>
      </p:cViewPr>
      <p:guideLst>
        <p:guide orient="horz" pos="2160"/>
        <p:guide pos="3840"/>
      </p:guideLst>
    </p:cSldViewPr>
  </p:slideViewPr>
  <p:notesTextViewPr>
    <p:cViewPr>
      <p:scale>
        <a:sx n="3" d="2"/>
        <a:sy n="3" d="2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issen Mohammed" userId="90a80d70977d3093" providerId="LiveId" clId="{EC5CB6A1-5150-41D6-9ABA-A80AE8E66ED6}"/>
    <pc:docChg chg="undo custSel addSld delSld modSld sldOrd">
      <pc:chgData name="Aissen Mohammed" userId="90a80d70977d3093" providerId="LiveId" clId="{EC5CB6A1-5150-41D6-9ABA-A80AE8E66ED6}" dt="2026-06-11T05:59:36.641" v="355" actId="2696"/>
      <pc:docMkLst>
        <pc:docMk/>
      </pc:docMkLst>
      <pc:sldChg chg="del">
        <pc:chgData name="Aissen Mohammed" userId="90a80d70977d3093" providerId="LiveId" clId="{EC5CB6A1-5150-41D6-9ABA-A80AE8E66ED6}" dt="2026-06-11T05:50:31.806" v="272" actId="2696"/>
        <pc:sldMkLst>
          <pc:docMk/>
          <pc:sldMk cId="10678975" sldId="284"/>
        </pc:sldMkLst>
      </pc:sldChg>
      <pc:sldChg chg="add del setBg">
        <pc:chgData name="Aissen Mohammed" userId="90a80d70977d3093" providerId="LiveId" clId="{EC5CB6A1-5150-41D6-9ABA-A80AE8E66ED6}" dt="2026-06-11T05:51:43.275" v="285"/>
        <pc:sldMkLst>
          <pc:docMk/>
          <pc:sldMk cId="436076604" sldId="284"/>
        </pc:sldMkLst>
      </pc:sldChg>
      <pc:sldChg chg="addSp delSp modSp mod">
        <pc:chgData name="Aissen Mohammed" userId="90a80d70977d3093" providerId="LiveId" clId="{EC5CB6A1-5150-41D6-9ABA-A80AE8E66ED6}" dt="2026-06-11T05:51:57.472" v="289" actId="14100"/>
        <pc:sldMkLst>
          <pc:docMk/>
          <pc:sldMk cId="3345851965" sldId="286"/>
        </pc:sldMkLst>
        <pc:spChg chg="mod">
          <ac:chgData name="Aissen Mohammed" userId="90a80d70977d3093" providerId="LiveId" clId="{EC5CB6A1-5150-41D6-9ABA-A80AE8E66ED6}" dt="2026-06-11T05:50:45.154" v="273" actId="1076"/>
          <ac:spMkLst>
            <pc:docMk/>
            <pc:sldMk cId="3345851965" sldId="286"/>
            <ac:spMk id="9" creationId="{BA3B63F4-3253-DF43-59B6-D44C2AF36D24}"/>
          </ac:spMkLst>
        </pc:spChg>
        <pc:spChg chg="del">
          <ac:chgData name="Aissen Mohammed" userId="90a80d70977d3093" providerId="LiveId" clId="{EC5CB6A1-5150-41D6-9ABA-A80AE8E66ED6}" dt="2026-06-11T05:51:23.356" v="277" actId="478"/>
          <ac:spMkLst>
            <pc:docMk/>
            <pc:sldMk cId="3345851965" sldId="286"/>
            <ac:spMk id="17" creationId="{F587D296-7E95-1E88-AD2B-4D07F931F7C7}"/>
          </ac:spMkLst>
        </pc:spChg>
        <pc:spChg chg="del mod">
          <ac:chgData name="Aissen Mohammed" userId="90a80d70977d3093" providerId="LiveId" clId="{EC5CB6A1-5150-41D6-9ABA-A80AE8E66ED6}" dt="2026-06-11T05:51:19.972" v="275" actId="478"/>
          <ac:spMkLst>
            <pc:docMk/>
            <pc:sldMk cId="3345851965" sldId="286"/>
            <ac:spMk id="24" creationId="{0E7C5C2E-2E2A-59C8-D947-2C3A8893317E}"/>
          </ac:spMkLst>
        </pc:spChg>
        <pc:spChg chg="del mod">
          <ac:chgData name="Aissen Mohammed" userId="90a80d70977d3093" providerId="LiveId" clId="{EC5CB6A1-5150-41D6-9ABA-A80AE8E66ED6}" dt="2026-06-11T05:51:26.899" v="280" actId="478"/>
          <ac:spMkLst>
            <pc:docMk/>
            <pc:sldMk cId="3345851965" sldId="286"/>
            <ac:spMk id="25" creationId="{6F812EB2-3BFE-292B-5EC7-5BA6267DF60D}"/>
          </ac:spMkLst>
        </pc:spChg>
        <pc:spChg chg="del mod">
          <ac:chgData name="Aissen Mohammed" userId="90a80d70977d3093" providerId="LiveId" clId="{EC5CB6A1-5150-41D6-9ABA-A80AE8E66ED6}" dt="2026-06-11T05:51:30.591" v="283" actId="478"/>
          <ac:spMkLst>
            <pc:docMk/>
            <pc:sldMk cId="3345851965" sldId="286"/>
            <ac:spMk id="26" creationId="{D13647D5-7040-CBC6-DB83-BBA939F9BAFE}"/>
          </ac:spMkLst>
        </pc:spChg>
        <pc:picChg chg="del">
          <ac:chgData name="Aissen Mohammed" userId="90a80d70977d3093" providerId="LiveId" clId="{EC5CB6A1-5150-41D6-9ABA-A80AE8E66ED6}" dt="2026-06-11T05:51:21.012" v="276" actId="478"/>
          <ac:picMkLst>
            <pc:docMk/>
            <pc:sldMk cId="3345851965" sldId="286"/>
            <ac:picMk id="2" creationId="{CAE5617E-2D9B-320B-A8B2-B150225D08B2}"/>
          </ac:picMkLst>
        </pc:picChg>
        <pc:picChg chg="del">
          <ac:chgData name="Aissen Mohammed" userId="90a80d70977d3093" providerId="LiveId" clId="{EC5CB6A1-5150-41D6-9ABA-A80AE8E66ED6}" dt="2026-06-11T05:51:28.142" v="281" actId="478"/>
          <ac:picMkLst>
            <pc:docMk/>
            <pc:sldMk cId="3345851965" sldId="286"/>
            <ac:picMk id="3" creationId="{DDD899AA-571C-EFB0-8000-F56670CFFC00}"/>
          </ac:picMkLst>
        </pc:picChg>
        <pc:picChg chg="add mod">
          <ac:chgData name="Aissen Mohammed" userId="90a80d70977d3093" providerId="LiveId" clId="{EC5CB6A1-5150-41D6-9ABA-A80AE8E66ED6}" dt="2026-06-11T05:51:57.472" v="289" actId="14100"/>
          <ac:picMkLst>
            <pc:docMk/>
            <pc:sldMk cId="3345851965" sldId="286"/>
            <ac:picMk id="5" creationId="{80E2000A-9A9D-358D-A476-FB185B54B43A}"/>
          </ac:picMkLst>
        </pc:picChg>
        <pc:picChg chg="del">
          <ac:chgData name="Aissen Mohammed" userId="90a80d70977d3093" providerId="LiveId" clId="{EC5CB6A1-5150-41D6-9ABA-A80AE8E66ED6}" dt="2026-06-11T05:51:24.439" v="278" actId="478"/>
          <ac:picMkLst>
            <pc:docMk/>
            <pc:sldMk cId="3345851965" sldId="286"/>
            <ac:picMk id="21" creationId="{B05E1DDB-2137-3FC2-2D65-14EBB4203F18}"/>
          </ac:picMkLst>
        </pc:picChg>
      </pc:sldChg>
      <pc:sldChg chg="modSp mod">
        <pc:chgData name="Aissen Mohammed" userId="90a80d70977d3093" providerId="LiveId" clId="{EC5CB6A1-5150-41D6-9ABA-A80AE8E66ED6}" dt="2026-06-11T05:52:56.216" v="296" actId="20577"/>
        <pc:sldMkLst>
          <pc:docMk/>
          <pc:sldMk cId="111039987" sldId="295"/>
        </pc:sldMkLst>
        <pc:spChg chg="mod">
          <ac:chgData name="Aissen Mohammed" userId="90a80d70977d3093" providerId="LiveId" clId="{EC5CB6A1-5150-41D6-9ABA-A80AE8E66ED6}" dt="2026-06-11T05:52:22.153" v="290"/>
          <ac:spMkLst>
            <pc:docMk/>
            <pc:sldMk cId="111039987" sldId="295"/>
            <ac:spMk id="6" creationId="{B34FBDB7-7CB8-B14F-006A-A3BE07F434E1}"/>
          </ac:spMkLst>
        </pc:spChg>
        <pc:spChg chg="mod">
          <ac:chgData name="Aissen Mohammed" userId="90a80d70977d3093" providerId="LiveId" clId="{EC5CB6A1-5150-41D6-9ABA-A80AE8E66ED6}" dt="2026-06-11T05:52:56.216" v="296" actId="20577"/>
          <ac:spMkLst>
            <pc:docMk/>
            <pc:sldMk cId="111039987" sldId="295"/>
            <ac:spMk id="8" creationId="{2F9D2954-8E71-E3F1-24A9-5D3461619D37}"/>
          </ac:spMkLst>
        </pc:spChg>
      </pc:sldChg>
      <pc:sldChg chg="modSp mod">
        <pc:chgData name="Aissen Mohammed" userId="90a80d70977d3093" providerId="LiveId" clId="{EC5CB6A1-5150-41D6-9ABA-A80AE8E66ED6}" dt="2026-06-11T05:53:48.076" v="305" actId="20577"/>
        <pc:sldMkLst>
          <pc:docMk/>
          <pc:sldMk cId="2443604550" sldId="296"/>
        </pc:sldMkLst>
        <pc:spChg chg="mod">
          <ac:chgData name="Aissen Mohammed" userId="90a80d70977d3093" providerId="LiveId" clId="{EC5CB6A1-5150-41D6-9ABA-A80AE8E66ED6}" dt="2026-06-11T05:53:18.871" v="298" actId="1076"/>
          <ac:spMkLst>
            <pc:docMk/>
            <pc:sldMk cId="2443604550" sldId="296"/>
            <ac:spMk id="5" creationId="{BC22B4CA-BA06-B31F-795E-ADF8A311DC33}"/>
          </ac:spMkLst>
        </pc:spChg>
        <pc:spChg chg="mod">
          <ac:chgData name="Aissen Mohammed" userId="90a80d70977d3093" providerId="LiveId" clId="{EC5CB6A1-5150-41D6-9ABA-A80AE8E66ED6}" dt="2026-06-11T05:53:48.076" v="305" actId="20577"/>
          <ac:spMkLst>
            <pc:docMk/>
            <pc:sldMk cId="2443604550" sldId="296"/>
            <ac:spMk id="11" creationId="{E4222473-93C6-1055-ADE0-A04FC9D6A834}"/>
          </ac:spMkLst>
        </pc:spChg>
      </pc:sldChg>
      <pc:sldChg chg="modSp mod">
        <pc:chgData name="Aissen Mohammed" userId="90a80d70977d3093" providerId="LiveId" clId="{EC5CB6A1-5150-41D6-9ABA-A80AE8E66ED6}" dt="2026-06-11T05:54:39.856" v="314" actId="20577"/>
        <pc:sldMkLst>
          <pc:docMk/>
          <pc:sldMk cId="3786806868" sldId="297"/>
        </pc:sldMkLst>
        <pc:spChg chg="mod">
          <ac:chgData name="Aissen Mohammed" userId="90a80d70977d3093" providerId="LiveId" clId="{EC5CB6A1-5150-41D6-9ABA-A80AE8E66ED6}" dt="2026-06-11T05:54:10.331" v="308" actId="1076"/>
          <ac:spMkLst>
            <pc:docMk/>
            <pc:sldMk cId="3786806868" sldId="297"/>
            <ac:spMk id="6" creationId="{35D468F7-9198-7CF0-68C4-5BB5DBAE5904}"/>
          </ac:spMkLst>
        </pc:spChg>
        <pc:spChg chg="mod">
          <ac:chgData name="Aissen Mohammed" userId="90a80d70977d3093" providerId="LiveId" clId="{EC5CB6A1-5150-41D6-9ABA-A80AE8E66ED6}" dt="2026-06-11T05:54:39.856" v="314" actId="20577"/>
          <ac:spMkLst>
            <pc:docMk/>
            <pc:sldMk cId="3786806868" sldId="297"/>
            <ac:spMk id="9" creationId="{46ECA9C5-0A9C-01DF-6DB5-6037EBC8BAE5}"/>
          </ac:spMkLst>
        </pc:spChg>
      </pc:sldChg>
      <pc:sldChg chg="new del">
        <pc:chgData name="Aissen Mohammed" userId="90a80d70977d3093" providerId="LiveId" clId="{EC5CB6A1-5150-41D6-9ABA-A80AE8E66ED6}" dt="2026-06-11T05:27:35.857" v="33" actId="680"/>
        <pc:sldMkLst>
          <pc:docMk/>
          <pc:sldMk cId="510821528" sldId="298"/>
        </pc:sldMkLst>
      </pc:sldChg>
      <pc:sldChg chg="addSp delSp modSp new del mod setBg">
        <pc:chgData name="Aissen Mohammed" userId="90a80d70977d3093" providerId="LiveId" clId="{EC5CB6A1-5150-41D6-9ABA-A80AE8E66ED6}" dt="2026-06-11T05:27:22.561" v="31" actId="2696"/>
        <pc:sldMkLst>
          <pc:docMk/>
          <pc:sldMk cId="1296525743" sldId="298"/>
        </pc:sldMkLst>
        <pc:spChg chg="del">
          <ac:chgData name="Aissen Mohammed" userId="90a80d70977d3093" providerId="LiveId" clId="{EC5CB6A1-5150-41D6-9ABA-A80AE8E66ED6}" dt="2026-06-11T01:57:46.939" v="10" actId="26606"/>
          <ac:spMkLst>
            <pc:docMk/>
            <pc:sldMk cId="1296525743" sldId="298"/>
            <ac:spMk id="2" creationId="{1FD40098-9FCC-2060-9420-AE1451DDB3C4}"/>
          </ac:spMkLst>
        </pc:spChg>
        <pc:spChg chg="del mod">
          <ac:chgData name="Aissen Mohammed" userId="90a80d70977d3093" providerId="LiveId" clId="{EC5CB6A1-5150-41D6-9ABA-A80AE8E66ED6}" dt="2026-06-11T01:57:30.063" v="4"/>
          <ac:spMkLst>
            <pc:docMk/>
            <pc:sldMk cId="1296525743" sldId="298"/>
            <ac:spMk id="3" creationId="{9C937095-CE49-D684-6542-455BCBC19737}"/>
          </ac:spMkLst>
        </pc:spChg>
        <pc:spChg chg="del">
          <ac:chgData name="Aissen Mohammed" userId="90a80d70977d3093" providerId="LiveId" clId="{EC5CB6A1-5150-41D6-9ABA-A80AE8E66ED6}" dt="2026-06-11T01:57:46.939" v="10" actId="26606"/>
          <ac:spMkLst>
            <pc:docMk/>
            <pc:sldMk cId="1296525743" sldId="298"/>
            <ac:spMk id="4" creationId="{E05F6C90-E379-D227-46D7-6476370F986F}"/>
          </ac:spMkLst>
        </pc:spChg>
        <pc:spChg chg="add mod">
          <ac:chgData name="Aissen Mohammed" userId="90a80d70977d3093" providerId="LiveId" clId="{EC5CB6A1-5150-41D6-9ABA-A80AE8E66ED6}" dt="2026-06-11T01:59:47.580" v="30" actId="15"/>
          <ac:spMkLst>
            <pc:docMk/>
            <pc:sldMk cId="1296525743" sldId="298"/>
            <ac:spMk id="9" creationId="{18739175-8B96-8F04-955F-11A8B4A65910}"/>
          </ac:spMkLst>
        </pc:spChg>
        <pc:spChg chg="add">
          <ac:chgData name="Aissen Mohammed" userId="90a80d70977d3093" providerId="LiveId" clId="{EC5CB6A1-5150-41D6-9ABA-A80AE8E66ED6}" dt="2026-06-11T01:57:46.939" v="10" actId="26606"/>
          <ac:spMkLst>
            <pc:docMk/>
            <pc:sldMk cId="1296525743" sldId="298"/>
            <ac:spMk id="11" creationId="{42A4FC2C-047E-45A5-965D-8E1E3BF09BC6}"/>
          </ac:spMkLst>
        </pc:spChg>
        <pc:picChg chg="add mod ord">
          <ac:chgData name="Aissen Mohammed" userId="90a80d70977d3093" providerId="LiveId" clId="{EC5CB6A1-5150-41D6-9ABA-A80AE8E66ED6}" dt="2026-06-11T01:58:16.857" v="19" actId="1076"/>
          <ac:picMkLst>
            <pc:docMk/>
            <pc:sldMk cId="1296525743" sldId="298"/>
            <ac:picMk id="6" creationId="{C8306376-798A-9FC2-F8B9-618F126E8B58}"/>
          </ac:picMkLst>
        </pc:picChg>
        <pc:picChg chg="add mod">
          <ac:chgData name="Aissen Mohammed" userId="90a80d70977d3093" providerId="LiveId" clId="{EC5CB6A1-5150-41D6-9ABA-A80AE8E66ED6}" dt="2026-06-11T01:58:43.949" v="26" actId="1076"/>
          <ac:picMkLst>
            <pc:docMk/>
            <pc:sldMk cId="1296525743" sldId="298"/>
            <ac:picMk id="8" creationId="{925CA683-30C0-3C85-C785-9EB5F42B7CC4}"/>
          </ac:picMkLst>
        </pc:picChg>
      </pc:sldChg>
      <pc:sldChg chg="add del ord">
        <pc:chgData name="Aissen Mohammed" userId="90a80d70977d3093" providerId="LiveId" clId="{EC5CB6A1-5150-41D6-9ABA-A80AE8E66ED6}" dt="2026-06-11T05:59:36.641" v="355" actId="2696"/>
        <pc:sldMkLst>
          <pc:docMk/>
          <pc:sldMk cId="3596184885" sldId="298"/>
        </pc:sldMkLst>
      </pc:sldChg>
      <pc:sldChg chg="addSp delSp modSp add mod ord">
        <pc:chgData name="Aissen Mohammed" userId="90a80d70977d3093" providerId="LiveId" clId="{EC5CB6A1-5150-41D6-9ABA-A80AE8E66ED6}" dt="2026-06-11T05:32:31.905" v="72" actId="14100"/>
        <pc:sldMkLst>
          <pc:docMk/>
          <pc:sldMk cId="164977288" sldId="299"/>
        </pc:sldMkLst>
        <pc:spChg chg="mod">
          <ac:chgData name="Aissen Mohammed" userId="90a80d70977d3093" providerId="LiveId" clId="{EC5CB6A1-5150-41D6-9ABA-A80AE8E66ED6}" dt="2026-06-11T05:30:09.699" v="49" actId="1076"/>
          <ac:spMkLst>
            <pc:docMk/>
            <pc:sldMk cId="164977288" sldId="299"/>
            <ac:spMk id="4" creationId="{31E07A68-F027-0797-1E8C-448CF26E174A}"/>
          </ac:spMkLst>
        </pc:spChg>
        <pc:spChg chg="mod">
          <ac:chgData name="Aissen Mohammed" userId="90a80d70977d3093" providerId="LiveId" clId="{EC5CB6A1-5150-41D6-9ABA-A80AE8E66ED6}" dt="2026-06-11T05:30:37.241" v="51"/>
          <ac:spMkLst>
            <pc:docMk/>
            <pc:sldMk cId="164977288" sldId="299"/>
            <ac:spMk id="15" creationId="{AFA03BE9-66F3-F493-9209-9A6EB2715106}"/>
          </ac:spMkLst>
        </pc:spChg>
        <pc:spChg chg="del mod">
          <ac:chgData name="Aissen Mohammed" userId="90a80d70977d3093" providerId="LiveId" clId="{EC5CB6A1-5150-41D6-9ABA-A80AE8E66ED6}" dt="2026-06-11T05:30:46.716" v="53" actId="478"/>
          <ac:spMkLst>
            <pc:docMk/>
            <pc:sldMk cId="164977288" sldId="299"/>
            <ac:spMk id="17" creationId="{36149B8E-1D4F-01A9-9049-68A3ED442E3F}"/>
          </ac:spMkLst>
        </pc:spChg>
        <pc:picChg chg="add mod">
          <ac:chgData name="Aissen Mohammed" userId="90a80d70977d3093" providerId="LiveId" clId="{EC5CB6A1-5150-41D6-9ABA-A80AE8E66ED6}" dt="2026-06-11T05:32:31.905" v="72" actId="14100"/>
          <ac:picMkLst>
            <pc:docMk/>
            <pc:sldMk cId="164977288" sldId="299"/>
            <ac:picMk id="6" creationId="{707261D7-6BE1-C43E-3C11-F99137EF6F47}"/>
          </ac:picMkLst>
        </pc:picChg>
        <pc:picChg chg="add mod">
          <ac:chgData name="Aissen Mohammed" userId="90a80d70977d3093" providerId="LiveId" clId="{EC5CB6A1-5150-41D6-9ABA-A80AE8E66ED6}" dt="2026-06-11T05:32:29.061" v="71" actId="14100"/>
          <ac:picMkLst>
            <pc:docMk/>
            <pc:sldMk cId="164977288" sldId="299"/>
            <ac:picMk id="8" creationId="{1D77254D-8EAF-26B6-0561-0A3F0BCEAA29}"/>
          </ac:picMkLst>
        </pc:picChg>
        <pc:picChg chg="mod">
          <ac:chgData name="Aissen Mohammed" userId="90a80d70977d3093" providerId="LiveId" clId="{EC5CB6A1-5150-41D6-9ABA-A80AE8E66ED6}" dt="2026-06-11T05:30:17.921" v="50" actId="1076"/>
          <ac:picMkLst>
            <pc:docMk/>
            <pc:sldMk cId="164977288" sldId="299"/>
            <ac:picMk id="12" creationId="{3D24F803-A50B-7B9E-8EF0-B0BDE57D1909}"/>
          </ac:picMkLst>
        </pc:picChg>
      </pc:sldChg>
      <pc:sldChg chg="addSp delSp modSp add mod">
        <pc:chgData name="Aissen Mohammed" userId="90a80d70977d3093" providerId="LiveId" clId="{EC5CB6A1-5150-41D6-9ABA-A80AE8E66ED6}" dt="2026-06-11T05:42:41.744" v="251" actId="113"/>
        <pc:sldMkLst>
          <pc:docMk/>
          <pc:sldMk cId="1805690615" sldId="300"/>
        </pc:sldMkLst>
        <pc:spChg chg="mod">
          <ac:chgData name="Aissen Mohammed" userId="90a80d70977d3093" providerId="LiveId" clId="{EC5CB6A1-5150-41D6-9ABA-A80AE8E66ED6}" dt="2026-06-11T05:40:32.589" v="170" actId="1076"/>
          <ac:spMkLst>
            <pc:docMk/>
            <pc:sldMk cId="1805690615" sldId="300"/>
            <ac:spMk id="4" creationId="{10235B61-4EAF-21FF-62D5-D7345EC01FCF}"/>
          </ac:spMkLst>
        </pc:spChg>
        <pc:spChg chg="add mod">
          <ac:chgData name="Aissen Mohammed" userId="90a80d70977d3093" providerId="LiveId" clId="{EC5CB6A1-5150-41D6-9ABA-A80AE8E66ED6}" dt="2026-06-11T05:42:41.744" v="251" actId="113"/>
          <ac:spMkLst>
            <pc:docMk/>
            <pc:sldMk cId="1805690615" sldId="300"/>
            <ac:spMk id="5" creationId="{EB7A9314-D454-4BF0-C2C2-A8BE802564F3}"/>
          </ac:spMkLst>
        </pc:spChg>
        <pc:spChg chg="add del mod">
          <ac:chgData name="Aissen Mohammed" userId="90a80d70977d3093" providerId="LiveId" clId="{EC5CB6A1-5150-41D6-9ABA-A80AE8E66ED6}" dt="2026-06-11T05:36:03.132" v="90" actId="14100"/>
          <ac:spMkLst>
            <pc:docMk/>
            <pc:sldMk cId="1805690615" sldId="300"/>
            <ac:spMk id="15" creationId="{240A4C9B-BCF3-3E2F-1787-B12B378ACA78}"/>
          </ac:spMkLst>
        </pc:spChg>
        <pc:picChg chg="del">
          <ac:chgData name="Aissen Mohammed" userId="90a80d70977d3093" providerId="LiveId" clId="{EC5CB6A1-5150-41D6-9ABA-A80AE8E66ED6}" dt="2026-06-11T05:33:51.446" v="74" actId="478"/>
          <ac:picMkLst>
            <pc:docMk/>
            <pc:sldMk cId="1805690615" sldId="300"/>
            <ac:picMk id="6" creationId="{169E38BC-E8BF-0917-A429-A1E1DB83FDF9}"/>
          </ac:picMkLst>
        </pc:picChg>
        <pc:picChg chg="del">
          <ac:chgData name="Aissen Mohammed" userId="90a80d70977d3093" providerId="LiveId" clId="{EC5CB6A1-5150-41D6-9ABA-A80AE8E66ED6}" dt="2026-06-11T05:33:52.402" v="75" actId="478"/>
          <ac:picMkLst>
            <pc:docMk/>
            <pc:sldMk cId="1805690615" sldId="300"/>
            <ac:picMk id="8" creationId="{9142B8E2-C1E7-9463-C468-A59CE6D6AA65}"/>
          </ac:picMkLst>
        </pc:picChg>
        <pc:picChg chg="mod">
          <ac:chgData name="Aissen Mohammed" userId="90a80d70977d3093" providerId="LiveId" clId="{EC5CB6A1-5150-41D6-9ABA-A80AE8E66ED6}" dt="2026-06-11T05:35:16.787" v="87" actId="1076"/>
          <ac:picMkLst>
            <pc:docMk/>
            <pc:sldMk cId="1805690615" sldId="300"/>
            <ac:picMk id="12" creationId="{02F03676-FD6E-390D-544A-4BE254406648}"/>
          </ac:picMkLst>
        </pc:picChg>
      </pc:sldChg>
      <pc:sldChg chg="modSp add mod">
        <pc:chgData name="Aissen Mohammed" userId="90a80d70977d3093" providerId="LiveId" clId="{EC5CB6A1-5150-41D6-9ABA-A80AE8E66ED6}" dt="2026-06-11T05:45:38.261" v="270" actId="113"/>
        <pc:sldMkLst>
          <pc:docMk/>
          <pc:sldMk cId="2049646018" sldId="301"/>
        </pc:sldMkLst>
        <pc:spChg chg="mod">
          <ac:chgData name="Aissen Mohammed" userId="90a80d70977d3093" providerId="LiveId" clId="{EC5CB6A1-5150-41D6-9ABA-A80AE8E66ED6}" dt="2026-06-11T05:45:38.261" v="270" actId="113"/>
          <ac:spMkLst>
            <pc:docMk/>
            <pc:sldMk cId="2049646018" sldId="301"/>
            <ac:spMk id="5" creationId="{1081E89C-12D1-0180-60F3-DBF53E3561C3}"/>
          </ac:spMkLst>
        </pc:spChg>
        <pc:spChg chg="mod">
          <ac:chgData name="Aissen Mohammed" userId="90a80d70977d3093" providerId="LiveId" clId="{EC5CB6A1-5150-41D6-9ABA-A80AE8E66ED6}" dt="2026-06-11T05:43:10.388" v="253"/>
          <ac:spMkLst>
            <pc:docMk/>
            <pc:sldMk cId="2049646018" sldId="301"/>
            <ac:spMk id="15" creationId="{3E4E2362-B164-FB37-D9BF-F69D202A128F}"/>
          </ac:spMkLst>
        </pc:spChg>
      </pc:sldChg>
      <pc:sldChg chg="add del">
        <pc:chgData name="Aissen Mohammed" userId="90a80d70977d3093" providerId="LiveId" clId="{EC5CB6A1-5150-41D6-9ABA-A80AE8E66ED6}" dt="2026-06-11T05:59:33.148" v="354" actId="2696"/>
        <pc:sldMkLst>
          <pc:docMk/>
          <pc:sldMk cId="2794908877" sldId="302"/>
        </pc:sldMkLst>
      </pc:sldChg>
      <pc:sldChg chg="modSp add mod ord">
        <pc:chgData name="Aissen Mohammed" userId="90a80d70977d3093" providerId="LiveId" clId="{EC5CB6A1-5150-41D6-9ABA-A80AE8E66ED6}" dt="2026-06-11T05:55:48.023" v="324" actId="20577"/>
        <pc:sldMkLst>
          <pc:docMk/>
          <pc:sldMk cId="342317855" sldId="303"/>
        </pc:sldMkLst>
        <pc:spChg chg="mod">
          <ac:chgData name="Aissen Mohammed" userId="90a80d70977d3093" providerId="LiveId" clId="{EC5CB6A1-5150-41D6-9ABA-A80AE8E66ED6}" dt="2026-06-11T05:55:11.943" v="318"/>
          <ac:spMkLst>
            <pc:docMk/>
            <pc:sldMk cId="342317855" sldId="303"/>
            <ac:spMk id="6" creationId="{B0B3003A-83D9-3D91-A736-8FB165D8FE85}"/>
          </ac:spMkLst>
        </pc:spChg>
        <pc:spChg chg="mod">
          <ac:chgData name="Aissen Mohammed" userId="90a80d70977d3093" providerId="LiveId" clId="{EC5CB6A1-5150-41D6-9ABA-A80AE8E66ED6}" dt="2026-06-11T05:55:48.023" v="324" actId="20577"/>
          <ac:spMkLst>
            <pc:docMk/>
            <pc:sldMk cId="342317855" sldId="303"/>
            <ac:spMk id="8" creationId="{0C06A2A8-3170-7F3A-8E20-07A8F632F0AB}"/>
          </ac:spMkLst>
        </pc:spChg>
      </pc:sldChg>
      <pc:sldChg chg="modSp add mod ord">
        <pc:chgData name="Aissen Mohammed" userId="90a80d70977d3093" providerId="LiveId" clId="{EC5CB6A1-5150-41D6-9ABA-A80AE8E66ED6}" dt="2026-06-11T05:57:07.407" v="335" actId="20577"/>
        <pc:sldMkLst>
          <pc:docMk/>
          <pc:sldMk cId="1543190921" sldId="304"/>
        </pc:sldMkLst>
        <pc:spChg chg="mod">
          <ac:chgData name="Aissen Mohammed" userId="90a80d70977d3093" providerId="LiveId" clId="{EC5CB6A1-5150-41D6-9ABA-A80AE8E66ED6}" dt="2026-06-11T05:56:31.770" v="329" actId="1076"/>
          <ac:spMkLst>
            <pc:docMk/>
            <pc:sldMk cId="1543190921" sldId="304"/>
            <ac:spMk id="5" creationId="{60DAA992-1329-8D7A-F5E8-8EF8233FD381}"/>
          </ac:spMkLst>
        </pc:spChg>
        <pc:spChg chg="mod">
          <ac:chgData name="Aissen Mohammed" userId="90a80d70977d3093" providerId="LiveId" clId="{EC5CB6A1-5150-41D6-9ABA-A80AE8E66ED6}" dt="2026-06-11T05:57:07.407" v="335" actId="20577"/>
          <ac:spMkLst>
            <pc:docMk/>
            <pc:sldMk cId="1543190921" sldId="304"/>
            <ac:spMk id="11" creationId="{8731C73E-3D54-6C9D-5A04-4F1661DECB86}"/>
          </ac:spMkLst>
        </pc:spChg>
      </pc:sldChg>
      <pc:sldChg chg="modSp add mod ord">
        <pc:chgData name="Aissen Mohammed" userId="90a80d70977d3093" providerId="LiveId" clId="{EC5CB6A1-5150-41D6-9ABA-A80AE8E66ED6}" dt="2026-06-11T05:58:07.437" v="345" actId="20577"/>
        <pc:sldMkLst>
          <pc:docMk/>
          <pc:sldMk cId="1401712959" sldId="305"/>
        </pc:sldMkLst>
        <pc:spChg chg="mod">
          <ac:chgData name="Aissen Mohammed" userId="90a80d70977d3093" providerId="LiveId" clId="{EC5CB6A1-5150-41D6-9ABA-A80AE8E66ED6}" dt="2026-06-11T05:57:35.148" v="339"/>
          <ac:spMkLst>
            <pc:docMk/>
            <pc:sldMk cId="1401712959" sldId="305"/>
            <ac:spMk id="6" creationId="{36EF0F7B-E1D9-ACD6-4B37-7B52EF9C588A}"/>
          </ac:spMkLst>
        </pc:spChg>
        <pc:spChg chg="mod">
          <ac:chgData name="Aissen Mohammed" userId="90a80d70977d3093" providerId="LiveId" clId="{EC5CB6A1-5150-41D6-9ABA-A80AE8E66ED6}" dt="2026-06-11T05:58:07.437" v="345" actId="20577"/>
          <ac:spMkLst>
            <pc:docMk/>
            <pc:sldMk cId="1401712959" sldId="305"/>
            <ac:spMk id="9" creationId="{CB1E1213-2845-3D0C-72A0-CC7F7D18A979}"/>
          </ac:spMkLst>
        </pc:spChg>
      </pc:sldChg>
      <pc:sldChg chg="modSp add mod">
        <pc:chgData name="Aissen Mohammed" userId="90a80d70977d3093" providerId="LiveId" clId="{EC5CB6A1-5150-41D6-9ABA-A80AE8E66ED6}" dt="2026-06-11T05:59:12.162" v="353" actId="20577"/>
        <pc:sldMkLst>
          <pc:docMk/>
          <pc:sldMk cId="1610564792" sldId="306"/>
        </pc:sldMkLst>
        <pc:spChg chg="mod">
          <ac:chgData name="Aissen Mohammed" userId="90a80d70977d3093" providerId="LiveId" clId="{EC5CB6A1-5150-41D6-9ABA-A80AE8E66ED6}" dt="2026-06-11T05:58:36.326" v="347"/>
          <ac:spMkLst>
            <pc:docMk/>
            <pc:sldMk cId="1610564792" sldId="306"/>
            <ac:spMk id="6" creationId="{47EF4238-B814-687C-3306-115AD225A0FC}"/>
          </ac:spMkLst>
        </pc:spChg>
        <pc:spChg chg="mod">
          <ac:chgData name="Aissen Mohammed" userId="90a80d70977d3093" providerId="LiveId" clId="{EC5CB6A1-5150-41D6-9ABA-A80AE8E66ED6}" dt="2026-06-11T05:59:12.162" v="353" actId="20577"/>
          <ac:spMkLst>
            <pc:docMk/>
            <pc:sldMk cId="1610564792" sldId="306"/>
            <ac:spMk id="9" creationId="{D8796E17-3958-F7AB-CFFC-25BD5F36C701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46ACE2B-64E5-4A4F-8BF5-9FFB4667DD58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A3272EB-38E7-419B-AD26-F276B04B19C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119644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A3272EB-38E7-419B-AD26-F276B04B19CB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2885402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E928C6-07A4-B108-EBD7-FF22239D9E1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2863E14-F559-9B25-55EE-EFB4B84976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6" indent="0" algn="ctr">
              <a:buNone/>
              <a:defRPr sz="2000"/>
            </a:lvl2pPr>
            <a:lvl3pPr marL="914411" indent="0" algn="ctr">
              <a:buNone/>
              <a:defRPr sz="1801"/>
            </a:lvl3pPr>
            <a:lvl4pPr marL="1371617" indent="0" algn="ctr">
              <a:buNone/>
              <a:defRPr sz="1600"/>
            </a:lvl4pPr>
            <a:lvl5pPr marL="1828823" indent="0" algn="ctr">
              <a:buNone/>
              <a:defRPr sz="1600"/>
            </a:lvl5pPr>
            <a:lvl6pPr marL="2286029" indent="0" algn="ctr">
              <a:buNone/>
              <a:defRPr sz="1600"/>
            </a:lvl6pPr>
            <a:lvl7pPr marL="2743234" indent="0" algn="ctr">
              <a:buNone/>
              <a:defRPr sz="1600"/>
            </a:lvl7pPr>
            <a:lvl8pPr marL="3200440" indent="0" algn="ctr">
              <a:buNone/>
              <a:defRPr sz="1600"/>
            </a:lvl8pPr>
            <a:lvl9pPr marL="3657646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E7BF63-F4E5-963E-AD27-F8BC3A34701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144-01F9-4943-82DB-B652555C466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49B272-A848-624E-42CB-C1797124FC0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35260D-B721-C0DA-3AC7-2502B3B1C7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5642-EE03-40BD-8B4D-44D0456A7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343090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9D0947-CD1E-DC1B-E7FE-AEF7635333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DE473DC-BF7D-8BCF-A3E5-33053E25655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57D73E2-0BA7-E143-382F-86DED4D51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144-01F9-4943-82DB-B652555C466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3F7C5-E920-9903-E0CA-2E0A13D64A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123F47C-D9A2-BE01-0E2E-8CDD46FE3B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5642-EE03-40BD-8B4D-44D0456A7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99075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FAFF7B-8199-DD17-1594-D2CBEEA637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2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3808F83-6A72-5C11-F6F2-7B203B8D3FA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2" y="4589464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6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11" indent="0">
              <a:buNone/>
              <a:defRPr sz="1801">
                <a:solidFill>
                  <a:schemeClr val="tx1">
                    <a:tint val="82000"/>
                  </a:schemeClr>
                </a:solidFill>
              </a:defRPr>
            </a:lvl3pPr>
            <a:lvl4pPr marL="1371617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23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29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34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4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46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1E3B951-C4A5-C034-AC89-388E9F0069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144-01F9-4943-82DB-B652555C466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5D18985-B1AF-EF26-5386-C721507C81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CDA4433-873D-EED4-C68F-18CB9679FE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5642-EE03-40BD-8B4D-44D0456A7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317720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13352DA-1241-145C-422A-B14195742E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75B17E-B4F1-020D-B680-C49FF9C5EEA6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1F263B6-3370-EC74-5F21-3E1733E5BBB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1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2D042B4-57AC-E7DA-0888-00AE8D99E8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144-01F9-4943-82DB-B652555C466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6D1B77-3CE7-DFE3-F3D0-305CA79724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B6CAAE7-B6BE-62AF-AB3D-ACF9AB838D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5642-EE03-40BD-8B4D-44D0456A7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78553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5A807F8-BA32-0119-AB36-4E446EE50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9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2387572-8306-B390-DC16-BC72305474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9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8AE3A34-D0E8-D58C-8038-3AF3817AD4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9" y="2505076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362674D-7A65-6143-10C5-F6972EC3B1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2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6" indent="0">
              <a:buNone/>
              <a:defRPr sz="2000" b="1"/>
            </a:lvl2pPr>
            <a:lvl3pPr marL="914411" indent="0">
              <a:buNone/>
              <a:defRPr sz="1801" b="1"/>
            </a:lvl3pPr>
            <a:lvl4pPr marL="1371617" indent="0">
              <a:buNone/>
              <a:defRPr sz="1600" b="1"/>
            </a:lvl4pPr>
            <a:lvl5pPr marL="1828823" indent="0">
              <a:buNone/>
              <a:defRPr sz="1600" b="1"/>
            </a:lvl5pPr>
            <a:lvl6pPr marL="2286029" indent="0">
              <a:buNone/>
              <a:defRPr sz="1600" b="1"/>
            </a:lvl6pPr>
            <a:lvl7pPr marL="2743234" indent="0">
              <a:buNone/>
              <a:defRPr sz="1600" b="1"/>
            </a:lvl7pPr>
            <a:lvl8pPr marL="3200440" indent="0">
              <a:buNone/>
              <a:defRPr sz="1600" b="1"/>
            </a:lvl8pPr>
            <a:lvl9pPr marL="3657646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F5AC4CE8-A35E-133F-39CB-7EAC6ECFB47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2" y="2505076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E674CCD-8D22-3684-59CA-B31F252242B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144-01F9-4943-82DB-B652555C466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CFC66845-9FAA-F489-EF89-D092A851AD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30ECA6BF-C2F7-A069-88A5-DC10235369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5642-EE03-40BD-8B4D-44D0456A7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247653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29C8EA-48F0-1973-ADE6-447FC8848A3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71EBBF3-3FCD-F595-0E62-5A18D71297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144-01F9-4943-82DB-B652555C466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AFB8526-6CAD-AAF9-4C6E-3335586A8C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CD4E74D-BEEE-9F03-5718-DE1BB0F11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5642-EE03-40BD-8B4D-44D0456A7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250487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698DF78-9DD7-57FE-776E-E7A2723E12E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144-01F9-4943-82DB-B652555C466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6A276C0-2629-8E9C-EED7-FFCDCEC96D5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CFB3078-E060-FDAA-D353-380AFA3278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5642-EE03-40BD-8B4D-44D0456A7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3019224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8E7CC85-0899-B453-262B-08B576EC55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6771E35-70C2-D2FC-DA3E-FAFB348C26C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1EA189B-198B-5D09-AB25-FBBE80988FE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04A842-D010-77A4-6C13-0231DC6FE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144-01F9-4943-82DB-B652555C466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1F6CA36-D3C8-003C-7663-1D75A01636C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624CE50-2EF5-2A06-FF07-033020D454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5642-EE03-40BD-8B4D-44D0456A7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692447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3FFFB-8230-5D3F-844E-9AF783A506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90" y="457200"/>
            <a:ext cx="3932236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C6A2C1-3964-FE74-BCF4-59294AB4802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1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6" indent="0">
              <a:buNone/>
              <a:defRPr sz="2800"/>
            </a:lvl2pPr>
            <a:lvl3pPr marL="914411" indent="0">
              <a:buNone/>
              <a:defRPr sz="2400"/>
            </a:lvl3pPr>
            <a:lvl4pPr marL="1371617" indent="0">
              <a:buNone/>
              <a:defRPr sz="2000"/>
            </a:lvl4pPr>
            <a:lvl5pPr marL="1828823" indent="0">
              <a:buNone/>
              <a:defRPr sz="2000"/>
            </a:lvl5pPr>
            <a:lvl6pPr marL="2286029" indent="0">
              <a:buNone/>
              <a:defRPr sz="2000"/>
            </a:lvl6pPr>
            <a:lvl7pPr marL="2743234" indent="0">
              <a:buNone/>
              <a:defRPr sz="2000"/>
            </a:lvl7pPr>
            <a:lvl8pPr marL="3200440" indent="0">
              <a:buNone/>
              <a:defRPr sz="2000"/>
            </a:lvl8pPr>
            <a:lvl9pPr marL="3657646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C3E7423-F5BF-A364-39AA-F9EA3F5C21C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90" y="2057400"/>
            <a:ext cx="3932236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6" indent="0">
              <a:buNone/>
              <a:defRPr sz="1401"/>
            </a:lvl2pPr>
            <a:lvl3pPr marL="914411" indent="0">
              <a:buNone/>
              <a:defRPr sz="1200"/>
            </a:lvl3pPr>
            <a:lvl4pPr marL="1371617" indent="0">
              <a:buNone/>
              <a:defRPr sz="1001"/>
            </a:lvl4pPr>
            <a:lvl5pPr marL="1828823" indent="0">
              <a:buNone/>
              <a:defRPr sz="1001"/>
            </a:lvl5pPr>
            <a:lvl6pPr marL="2286029" indent="0">
              <a:buNone/>
              <a:defRPr sz="1001"/>
            </a:lvl6pPr>
            <a:lvl7pPr marL="2743234" indent="0">
              <a:buNone/>
              <a:defRPr sz="1001"/>
            </a:lvl7pPr>
            <a:lvl8pPr marL="3200440" indent="0">
              <a:buNone/>
              <a:defRPr sz="1001"/>
            </a:lvl8pPr>
            <a:lvl9pPr marL="3657646" indent="0">
              <a:buNone/>
              <a:defRPr sz="100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ABC59C7-B2B7-1867-7A6B-336503AE7B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144-01F9-4943-82DB-B652555C466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689F257-BCD0-BC0B-24F2-8A7A2C4221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6273B2ED-F9DE-9389-11AF-8C1DD1BBDD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5642-EE03-40BD-8B4D-44D0456A7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688603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E07BA-835D-9F70-0728-03C7F8B921B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56DBDF5-7D94-49D3-D035-47A0E8C58A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A88C1-8A2F-077E-91E2-0C65338766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144-01F9-4943-82DB-B652555C466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E58D5A-8E1C-B715-D35D-96B210189A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F0C4C3-F16E-9079-8A10-BBC55FFD2D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5642-EE03-40BD-8B4D-44D0456A7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3822812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C50B1B8D-B198-E5D2-2C46-9E07105123A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899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BAE64-8DCA-CF06-F0BF-B84353C7255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199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31EF95-4048-37D2-7D83-C6819A9492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811C144-01F9-4943-82DB-B652555C466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690EAD-D455-B1F3-B91C-A30E47D3619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48864D1-1377-B530-113A-B8D153E3BD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EAA5642-EE03-40BD-8B4D-44D0456A7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0470599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06C9BB-B9A0-751B-AF49-1706EF43789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2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1F89F8F-0BC1-24E4-5182-035AF5D162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2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2C1AD24-6F23-FCBB-6550-131016FBA0A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811C144-01F9-4943-82DB-B652555C4662}" type="datetimeFigureOut">
              <a:rPr lang="en-US" smtClean="0"/>
              <a:t>6/11/2026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010562-062E-8466-168B-67AE3FEAD21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2" y="6356351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8677894-B293-10CE-328D-9BD1D3BDF6D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1" y="6356351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EAA5642-EE03-40BD-8B4D-44D0456A785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06909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11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4" indent="-228604" algn="l" defTabSz="914411" rtl="0" eaLnBrk="1" latinLnBrk="0" hangingPunct="1">
        <a:lnSpc>
          <a:spcPct val="90000"/>
        </a:lnSpc>
        <a:spcBef>
          <a:spcPts val="1001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15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21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2057427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514632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971838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429044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886249" indent="-228604" algn="l" defTabSz="914411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1pPr>
      <a:lvl2pPr marL="45720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2pPr>
      <a:lvl3pPr marL="914411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3pPr>
      <a:lvl4pPr marL="1371617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4pPr>
      <a:lvl5pPr marL="1828823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5pPr>
      <a:lvl6pPr marL="2286029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6pPr>
      <a:lvl7pPr marL="2743234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7pPr>
      <a:lvl8pPr marL="3200440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8pPr>
      <a:lvl9pPr marL="3657646" algn="l" defTabSz="914411" rtl="0" eaLnBrk="1" latinLnBrk="0" hangingPunct="1">
        <a:defRPr sz="180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microsoft.com/office/2007/relationships/hdphoto" Target="../media/hdphoto1.wdp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svg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sv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svg"/><Relationship Id="rId13" Type="http://schemas.openxmlformats.org/officeDocument/2006/relationships/image" Target="../media/image15.svg"/><Relationship Id="rId3" Type="http://schemas.openxmlformats.org/officeDocument/2006/relationships/image" Target="../media/image1.svg"/><Relationship Id="rId7" Type="http://schemas.openxmlformats.org/officeDocument/2006/relationships/image" Target="../media/image9.svg"/><Relationship Id="rId12" Type="http://schemas.openxmlformats.org/officeDocument/2006/relationships/image" Target="../media/image14.png"/><Relationship Id="rId17" Type="http://schemas.openxmlformats.org/officeDocument/2006/relationships/image" Target="../media/image18.png"/><Relationship Id="rId2" Type="http://schemas.openxmlformats.org/officeDocument/2006/relationships/image" Target="../media/image6.png"/><Relationship Id="rId16" Type="http://schemas.openxmlformats.org/officeDocument/2006/relationships/image" Target="../media/image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11" Type="http://schemas.openxmlformats.org/officeDocument/2006/relationships/image" Target="../media/image13.svg"/><Relationship Id="rId5" Type="http://schemas.openxmlformats.org/officeDocument/2006/relationships/image" Target="../media/image7.png"/><Relationship Id="rId15" Type="http://schemas.openxmlformats.org/officeDocument/2006/relationships/image" Target="../media/image17.svg"/><Relationship Id="rId10" Type="http://schemas.openxmlformats.org/officeDocument/2006/relationships/image" Target="../media/image12.svg"/><Relationship Id="rId4" Type="http://schemas.openxmlformats.org/officeDocument/2006/relationships/image" Target="../media/image2.png"/><Relationship Id="rId9" Type="http://schemas.openxmlformats.org/officeDocument/2006/relationships/image" Target="../media/image11.svg"/><Relationship Id="rId14" Type="http://schemas.openxmlformats.org/officeDocument/2006/relationships/image" Target="../media/image16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png"/><Relationship Id="rId3" Type="http://schemas.openxmlformats.org/officeDocument/2006/relationships/image" Target="../media/image1.svg"/><Relationship Id="rId7" Type="http://schemas.openxmlformats.org/officeDocument/2006/relationships/image" Target="../media/image20.sv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19.png"/><Relationship Id="rId4" Type="http://schemas.openxmlformats.org/officeDocument/2006/relationships/image" Target="../media/image2.png"/><Relationship Id="rId9" Type="http://schemas.openxmlformats.org/officeDocument/2006/relationships/image" Target="../media/image21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0.png"/><Relationship Id="rId3" Type="http://schemas.openxmlformats.org/officeDocument/2006/relationships/image" Target="../media/image23.svg"/><Relationship Id="rId7" Type="http://schemas.openxmlformats.org/officeDocument/2006/relationships/image" Target="../media/image27.png"/><Relationship Id="rId12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5.pn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24.svg"/><Relationship Id="rId7" Type="http://schemas.openxmlformats.org/officeDocument/2006/relationships/image" Target="../media/image33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9.svg"/><Relationship Id="rId11" Type="http://schemas.openxmlformats.org/officeDocument/2006/relationships/image" Target="../media/image20.svg"/><Relationship Id="rId5" Type="http://schemas.openxmlformats.org/officeDocument/2006/relationships/image" Target="../media/image28.png"/><Relationship Id="rId10" Type="http://schemas.openxmlformats.org/officeDocument/2006/relationships/image" Target="../media/image5.png"/><Relationship Id="rId4" Type="http://schemas.openxmlformats.org/officeDocument/2006/relationships/image" Target="../media/image32.png"/><Relationship Id="rId9" Type="http://schemas.openxmlformats.org/officeDocument/2006/relationships/image" Target="../media/image25.png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30.png"/><Relationship Id="rId3" Type="http://schemas.openxmlformats.org/officeDocument/2006/relationships/image" Target="../media/image33.png"/><Relationship Id="rId7" Type="http://schemas.openxmlformats.org/officeDocument/2006/relationships/image" Target="../media/image32.png"/><Relationship Id="rId12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5.png"/><Relationship Id="rId11" Type="http://schemas.openxmlformats.org/officeDocument/2006/relationships/image" Target="../media/image18.png"/><Relationship Id="rId5" Type="http://schemas.openxmlformats.org/officeDocument/2006/relationships/image" Target="../media/image29.svg"/><Relationship Id="rId10" Type="http://schemas.openxmlformats.org/officeDocument/2006/relationships/image" Target="../media/image5.png"/><Relationship Id="rId4" Type="http://schemas.openxmlformats.org/officeDocument/2006/relationships/image" Target="../media/image28.png"/><Relationship Id="rId9" Type="http://schemas.openxmlformats.org/officeDocument/2006/relationships/image" Target="../media/image20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0.png"/><Relationship Id="rId3" Type="http://schemas.openxmlformats.org/officeDocument/2006/relationships/image" Target="../media/image23.svg"/><Relationship Id="rId7" Type="http://schemas.openxmlformats.org/officeDocument/2006/relationships/image" Target="../media/image27.png"/><Relationship Id="rId12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18.png"/><Relationship Id="rId5" Type="http://schemas.openxmlformats.org/officeDocument/2006/relationships/image" Target="../media/image25.png"/><Relationship Id="rId15" Type="http://schemas.openxmlformats.org/officeDocument/2006/relationships/image" Target="../media/image35.jpeg"/><Relationship Id="rId10" Type="http://schemas.openxmlformats.org/officeDocument/2006/relationships/image" Target="../media/image5.png"/><Relationship Id="rId4" Type="http://schemas.openxmlformats.org/officeDocument/2006/relationships/image" Target="../media/image24.svg"/><Relationship Id="rId9" Type="http://schemas.openxmlformats.org/officeDocument/2006/relationships/image" Target="../media/image29.svg"/><Relationship Id="rId14" Type="http://schemas.openxmlformats.org/officeDocument/2006/relationships/image" Target="../media/image34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0.png"/><Relationship Id="rId3" Type="http://schemas.openxmlformats.org/officeDocument/2006/relationships/image" Target="../media/image23.svg"/><Relationship Id="rId7" Type="http://schemas.openxmlformats.org/officeDocument/2006/relationships/image" Target="../media/image27.png"/><Relationship Id="rId12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5.pn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png"/><Relationship Id="rId13" Type="http://schemas.openxmlformats.org/officeDocument/2006/relationships/image" Target="../media/image30.png"/><Relationship Id="rId3" Type="http://schemas.openxmlformats.org/officeDocument/2006/relationships/image" Target="../media/image23.svg"/><Relationship Id="rId7" Type="http://schemas.openxmlformats.org/officeDocument/2006/relationships/image" Target="../media/image27.png"/><Relationship Id="rId12" Type="http://schemas.openxmlformats.org/officeDocument/2006/relationships/image" Target="../media/image21.png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6.png"/><Relationship Id="rId11" Type="http://schemas.openxmlformats.org/officeDocument/2006/relationships/image" Target="../media/image18.png"/><Relationship Id="rId5" Type="http://schemas.openxmlformats.org/officeDocument/2006/relationships/image" Target="../media/image25.png"/><Relationship Id="rId10" Type="http://schemas.openxmlformats.org/officeDocument/2006/relationships/image" Target="../media/image5.png"/><Relationship Id="rId4" Type="http://schemas.openxmlformats.org/officeDocument/2006/relationships/image" Target="../media/image24.svg"/><Relationship Id="rId9" Type="http://schemas.openxmlformats.org/officeDocument/2006/relationships/image" Target="../media/image29.sv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3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jpeg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9.svg"/><Relationship Id="rId2" Type="http://schemas.openxmlformats.org/officeDocument/2006/relationships/image" Target="../media/image38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.svg"/><Relationship Id="rId2" Type="http://schemas.openxmlformats.org/officeDocument/2006/relationships/image" Target="../media/image39.sv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21.png"/><Relationship Id="rId4" Type="http://schemas.openxmlformats.org/officeDocument/2006/relationships/image" Target="../media/image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0.sv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1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flip="none" rotWithShape="1">
          <a:gsLst>
            <a:gs pos="17000">
              <a:srgbClr val="FCEAEF"/>
            </a:gs>
            <a:gs pos="100000">
              <a:schemeClr val="bg1"/>
            </a:gs>
          </a:gsLst>
          <a:lin ang="8100000" scaled="1"/>
          <a:tileRect/>
        </a:gra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A426AE-721D-6AB7-4BC6-21E7932C1E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5" name="Group 34">
            <a:extLst>
              <a:ext uri="{FF2B5EF4-FFF2-40B4-BE49-F238E27FC236}">
                <a16:creationId xmlns:a16="http://schemas.microsoft.com/office/drawing/2014/main" id="{2D632DA8-0F9F-D649-0535-F401323D1B79}"/>
              </a:ext>
            </a:extLst>
          </p:cNvPr>
          <p:cNvGrpSpPr/>
          <p:nvPr/>
        </p:nvGrpSpPr>
        <p:grpSpPr>
          <a:xfrm rot="16961232">
            <a:off x="-11404528" y="3901133"/>
            <a:ext cx="3996339" cy="2330145"/>
            <a:chOff x="-73292" y="-342148"/>
            <a:chExt cx="6742823" cy="3931538"/>
          </a:xfrm>
        </p:grpSpPr>
        <p:sp>
          <p:nvSpPr>
            <p:cNvPr id="37" name="Freeform 9">
              <a:extLst>
                <a:ext uri="{FF2B5EF4-FFF2-40B4-BE49-F238E27FC236}">
                  <a16:creationId xmlns:a16="http://schemas.microsoft.com/office/drawing/2014/main" id="{CEBB2D25-9FC2-D91E-1579-9FFBDCA568C7}"/>
                </a:ext>
              </a:extLst>
            </p:cNvPr>
            <p:cNvSpPr/>
            <p:nvPr/>
          </p:nvSpPr>
          <p:spPr>
            <a:xfrm rot="20859639">
              <a:off x="1832056" y="2724691"/>
              <a:ext cx="4837475" cy="864699"/>
            </a:xfrm>
            <a:custGeom>
              <a:avLst/>
              <a:gdLst/>
              <a:ahLst/>
              <a:cxnLst/>
              <a:rect l="l" t="t" r="r" b="b"/>
              <a:pathLst>
                <a:path w="6542386" h="1169452">
                  <a:moveTo>
                    <a:pt x="0" y="0"/>
                  </a:moveTo>
                  <a:lnTo>
                    <a:pt x="6542386" y="0"/>
                  </a:lnTo>
                  <a:lnTo>
                    <a:pt x="6542386" y="1169451"/>
                  </a:lnTo>
                  <a:lnTo>
                    <a:pt x="0" y="1169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801"/>
            </a:p>
          </p:txBody>
        </p:sp>
        <p:pic>
          <p:nvPicPr>
            <p:cNvPr id="39" name="Picture 38" descr="A close up of a fountain pen&#10;&#10;AI-generated content may be incorrect.">
              <a:extLst>
                <a:ext uri="{FF2B5EF4-FFF2-40B4-BE49-F238E27FC236}">
                  <a16:creationId xmlns:a16="http://schemas.microsoft.com/office/drawing/2014/main" id="{8D2CDAEF-0E06-0CAB-1395-221C6AD05F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15407">
              <a:off x="-73292" y="-342148"/>
              <a:ext cx="4304350" cy="3830638"/>
            </a:xfrm>
            <a:prstGeom prst="rect">
              <a:avLst/>
            </a:prstGeom>
            <a:effectLst>
              <a:outerShdw blurRad="152400" dist="50800" dir="6600000" sx="104000" sy="104000" algn="ctr" rotWithShape="0">
                <a:srgbClr val="000000">
                  <a:alpha val="68000"/>
                </a:srgbClr>
              </a:outerShdw>
            </a:effectLst>
          </p:spPr>
        </p:pic>
      </p:grpSp>
      <p:sp>
        <p:nvSpPr>
          <p:cNvPr id="45" name="Rectangle 44">
            <a:extLst>
              <a:ext uri="{FF2B5EF4-FFF2-40B4-BE49-F238E27FC236}">
                <a16:creationId xmlns:a16="http://schemas.microsoft.com/office/drawing/2014/main" id="{E2267C70-7E5C-1BB6-4D82-BA0B1AC94E12}"/>
              </a:ext>
            </a:extLst>
          </p:cNvPr>
          <p:cNvSpPr/>
          <p:nvPr/>
        </p:nvSpPr>
        <p:spPr>
          <a:xfrm rot="18793080">
            <a:off x="30741098" y="20527653"/>
            <a:ext cx="5517823" cy="6645897"/>
          </a:xfrm>
          <a:prstGeom prst="rect">
            <a:avLst/>
          </a:prstGeom>
          <a:blipFill>
            <a:blip r:embed="rId5">
              <a:extLst>
                <a:ext uri="{BEBA8EAE-BF5A-486C-A8C5-ECC9F3942E4B}">
                  <a14:imgProps xmlns:a14="http://schemas.microsoft.com/office/drawing/2010/main">
                    <a14:imgLayer r:embed="rId6">
                      <a14:imgEffect>
                        <a14:artisticGlowEdges/>
                      </a14:imgEffect>
                    </a14:imgLayer>
                  </a14:imgProps>
                </a:ext>
              </a:extLst>
            </a:blip>
            <a:stretch>
              <a:fillRect/>
            </a:stretch>
          </a:blipFill>
          <a:ln>
            <a:noFill/>
          </a:ln>
          <a:effectLst>
            <a:outerShdw blurRad="38100" dist="101600" dir="8100000" algn="ctr" rotWithShape="0">
              <a:srgbClr val="000000">
                <a:alpha val="5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297680"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endParaRPr lang="en-US" sz="1801" dirty="0"/>
          </a:p>
        </p:txBody>
      </p:sp>
      <p:sp>
        <p:nvSpPr>
          <p:cNvPr id="46" name="TextBox 45">
            <a:extLst>
              <a:ext uri="{FF2B5EF4-FFF2-40B4-BE49-F238E27FC236}">
                <a16:creationId xmlns:a16="http://schemas.microsoft.com/office/drawing/2014/main" id="{94AEDE3E-CCD8-07DF-8919-EB4E18429A36}"/>
              </a:ext>
            </a:extLst>
          </p:cNvPr>
          <p:cNvSpPr txBox="1"/>
          <p:nvPr/>
        </p:nvSpPr>
        <p:spPr>
          <a:xfrm rot="18793080">
            <a:off x="31762540" y="23046355"/>
            <a:ext cx="3576537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Berlin Sans FB Demi" panose="020E0802020502020306" pitchFamily="34" charset="0"/>
              </a:rPr>
              <a:t>Technical Report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Berlin Sans FB Demi" panose="020E0802020502020306" pitchFamily="34" charset="0"/>
              </a:rPr>
              <a:t>Writing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ABE831BF-D2A6-6392-A7A6-49F399C60B96}"/>
              </a:ext>
            </a:extLst>
          </p:cNvPr>
          <p:cNvSpPr txBox="1"/>
          <p:nvPr/>
        </p:nvSpPr>
        <p:spPr>
          <a:xfrm rot="18793080">
            <a:off x="34001873" y="24574639"/>
            <a:ext cx="3479554" cy="30790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algn="ctr"/>
            <a:r>
              <a:rPr lang="en-US" sz="1401" dirty="0">
                <a:solidFill>
                  <a:schemeClr val="bg1"/>
                </a:solidFill>
                <a:latin typeface="Berlin Sans FB Demi" panose="020E0802020502020306" pitchFamily="34" charset="0"/>
              </a:rPr>
              <a:t>Dr/ Youssef Gamal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558B008A-AD0B-7896-29FA-9366A169211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550996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6" name="Picture 95" descr="A cartoon of two people&#10;&#10;AI-generated content may be incorrect.">
            <a:extLst>
              <a:ext uri="{FF2B5EF4-FFF2-40B4-BE49-F238E27FC236}">
                <a16:creationId xmlns:a16="http://schemas.microsoft.com/office/drawing/2014/main" id="{A76374BF-7D27-B038-5E9B-87D3753D6C3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5772A1C7-54AA-16BC-1EF4-DD8F01E73E2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4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04322D4A-F8A4-BDB4-2F28-8B42FB36F999}"/>
              </a:ext>
            </a:extLst>
          </p:cNvPr>
          <p:cNvGrpSpPr/>
          <p:nvPr/>
        </p:nvGrpSpPr>
        <p:grpSpPr>
          <a:xfrm>
            <a:off x="-73292" y="-342148"/>
            <a:ext cx="6742823" cy="3931538"/>
            <a:chOff x="-73292" y="-342148"/>
            <a:chExt cx="6742823" cy="3931538"/>
          </a:xfrm>
        </p:grpSpPr>
        <p:sp>
          <p:nvSpPr>
            <p:cNvPr id="70" name="Freeform 9">
              <a:extLst>
                <a:ext uri="{FF2B5EF4-FFF2-40B4-BE49-F238E27FC236}">
                  <a16:creationId xmlns:a16="http://schemas.microsoft.com/office/drawing/2014/main" id="{F35187D0-84D7-1B32-D762-D0B362061474}"/>
                </a:ext>
              </a:extLst>
            </p:cNvPr>
            <p:cNvSpPr/>
            <p:nvPr/>
          </p:nvSpPr>
          <p:spPr>
            <a:xfrm rot="20859639">
              <a:off x="1832056" y="2724691"/>
              <a:ext cx="4837475" cy="864699"/>
            </a:xfrm>
            <a:custGeom>
              <a:avLst/>
              <a:gdLst/>
              <a:ahLst/>
              <a:cxnLst/>
              <a:rect l="l" t="t" r="r" b="b"/>
              <a:pathLst>
                <a:path w="6542386" h="1169452">
                  <a:moveTo>
                    <a:pt x="0" y="0"/>
                  </a:moveTo>
                  <a:lnTo>
                    <a:pt x="6542386" y="0"/>
                  </a:lnTo>
                  <a:lnTo>
                    <a:pt x="6542386" y="1169451"/>
                  </a:lnTo>
                  <a:lnTo>
                    <a:pt x="0" y="1169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801"/>
            </a:p>
          </p:txBody>
        </p:sp>
        <p:pic>
          <p:nvPicPr>
            <p:cNvPr id="50" name="Picture 49" descr="A close up of a fountain pen&#10;&#10;AI-generated content may be incorrect.">
              <a:extLst>
                <a:ext uri="{FF2B5EF4-FFF2-40B4-BE49-F238E27FC236}">
                  <a16:creationId xmlns:a16="http://schemas.microsoft.com/office/drawing/2014/main" id="{B4818C9A-0CA7-0728-2441-C0AF7CAECEF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15407">
              <a:off x="-73292" y="-342148"/>
              <a:ext cx="4304350" cy="3830638"/>
            </a:xfrm>
            <a:prstGeom prst="rect">
              <a:avLst/>
            </a:prstGeom>
            <a:effectLst>
              <a:outerShdw blurRad="152400" dist="50800" dir="6600000" sx="104000" sy="104000" algn="ctr" rotWithShape="0">
                <a:srgbClr val="000000">
                  <a:alpha val="68000"/>
                </a:srgbClr>
              </a:outerShdw>
            </a:effectLst>
          </p:spPr>
        </p:pic>
      </p:grpSp>
      <p:sp>
        <p:nvSpPr>
          <p:cNvPr id="30" name="Rectangle 29">
            <a:extLst>
              <a:ext uri="{FF2B5EF4-FFF2-40B4-BE49-F238E27FC236}">
                <a16:creationId xmlns:a16="http://schemas.microsoft.com/office/drawing/2014/main" id="{E1FC1DEB-DDFC-FF2F-9208-0C7F4057BC1E}"/>
              </a:ext>
            </a:extLst>
          </p:cNvPr>
          <p:cNvSpPr/>
          <p:nvPr/>
        </p:nvSpPr>
        <p:spPr>
          <a:xfrm>
            <a:off x="6458698" y="106053"/>
            <a:ext cx="5517823" cy="6645897"/>
          </a:xfrm>
          <a:prstGeom prst="rect">
            <a:avLst/>
          </a:prstGeom>
          <a:pattFill prst="pct80">
            <a:fgClr>
              <a:srgbClr val="DDF6FF"/>
            </a:fgClr>
            <a:bgClr>
              <a:schemeClr val="bg1"/>
            </a:bgClr>
          </a:pattFill>
          <a:ln>
            <a:noFill/>
          </a:ln>
          <a:effectLst>
            <a:outerShdw blurRad="38100" dist="101600" dir="8100000" algn="ctr" rotWithShape="0">
              <a:srgbClr val="000000">
                <a:alpha val="5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297680"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endParaRPr lang="en-US" sz="1801" dirty="0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223490A6-51A4-7F72-355A-906B3064AF16}"/>
              </a:ext>
            </a:extLst>
          </p:cNvPr>
          <p:cNvSpPr txBox="1"/>
          <p:nvPr/>
        </p:nvSpPr>
        <p:spPr>
          <a:xfrm>
            <a:off x="7480140" y="2624755"/>
            <a:ext cx="3576537" cy="120032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algn="ctr"/>
            <a:r>
              <a:rPr lang="en-US" sz="3600" dirty="0">
                <a:solidFill>
                  <a:schemeClr val="bg1"/>
                </a:solidFill>
                <a:latin typeface="Berlin Sans FB Demi" panose="020E0802020502020306" pitchFamily="34" charset="0"/>
              </a:rPr>
              <a:t>Space Garden</a:t>
            </a:r>
          </a:p>
          <a:p>
            <a:pPr algn="ctr"/>
            <a:r>
              <a:rPr lang="en-US" sz="3600" dirty="0">
                <a:solidFill>
                  <a:schemeClr val="bg1"/>
                </a:solidFill>
                <a:latin typeface="Berlin Sans FB Demi" panose="020E0802020502020306" pitchFamily="34" charset="0"/>
              </a:rPr>
              <a:t>Game</a:t>
            </a:r>
          </a:p>
        </p:txBody>
      </p:sp>
      <p:sp>
        <p:nvSpPr>
          <p:cNvPr id="52" name="TextBox 51">
            <a:extLst>
              <a:ext uri="{FF2B5EF4-FFF2-40B4-BE49-F238E27FC236}">
                <a16:creationId xmlns:a16="http://schemas.microsoft.com/office/drawing/2014/main" id="{D175AEC8-12C2-6078-6547-29788B936623}"/>
              </a:ext>
            </a:extLst>
          </p:cNvPr>
          <p:cNvSpPr txBox="1"/>
          <p:nvPr/>
        </p:nvSpPr>
        <p:spPr>
          <a:xfrm>
            <a:off x="8905649" y="5989644"/>
            <a:ext cx="347955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erlin Sans FB Demi" panose="020E0802020502020306" pitchFamily="34" charset="0"/>
              </a:rPr>
              <a:t>Dr/ Shady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2C6326CF-4EFD-C3B0-447C-2E461932331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47205" y="-125786"/>
            <a:ext cx="1421005" cy="187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643652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DDFDFF-A5B9-2DFD-195E-204B4127C03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FD04A108-2848-59AC-3B6E-AFD491DE2DA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1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71" name="Group 70">
            <a:extLst>
              <a:ext uri="{FF2B5EF4-FFF2-40B4-BE49-F238E27FC236}">
                <a16:creationId xmlns:a16="http://schemas.microsoft.com/office/drawing/2014/main" id="{8C346E3F-E7A8-E740-BC85-8C30F693DC84}"/>
              </a:ext>
            </a:extLst>
          </p:cNvPr>
          <p:cNvGrpSpPr/>
          <p:nvPr/>
        </p:nvGrpSpPr>
        <p:grpSpPr>
          <a:xfrm>
            <a:off x="-73292" y="-342148"/>
            <a:ext cx="6742823" cy="3931538"/>
            <a:chOff x="-73292" y="-342148"/>
            <a:chExt cx="6742823" cy="3931538"/>
          </a:xfrm>
        </p:grpSpPr>
        <p:sp>
          <p:nvSpPr>
            <p:cNvPr id="70" name="Freeform 9">
              <a:extLst>
                <a:ext uri="{FF2B5EF4-FFF2-40B4-BE49-F238E27FC236}">
                  <a16:creationId xmlns:a16="http://schemas.microsoft.com/office/drawing/2014/main" id="{BBF457E6-2F60-7B9D-AE0E-550C9352CBFA}"/>
                </a:ext>
              </a:extLst>
            </p:cNvPr>
            <p:cNvSpPr/>
            <p:nvPr/>
          </p:nvSpPr>
          <p:spPr>
            <a:xfrm rot="20859639">
              <a:off x="1832056" y="2724691"/>
              <a:ext cx="4837475" cy="864699"/>
            </a:xfrm>
            <a:custGeom>
              <a:avLst/>
              <a:gdLst/>
              <a:ahLst/>
              <a:cxnLst/>
              <a:rect l="l" t="t" r="r" b="b"/>
              <a:pathLst>
                <a:path w="6542386" h="1169452">
                  <a:moveTo>
                    <a:pt x="0" y="0"/>
                  </a:moveTo>
                  <a:lnTo>
                    <a:pt x="6542386" y="0"/>
                  </a:lnTo>
                  <a:lnTo>
                    <a:pt x="6542386" y="1169451"/>
                  </a:lnTo>
                  <a:lnTo>
                    <a:pt x="0" y="1169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2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801"/>
            </a:p>
          </p:txBody>
        </p:sp>
        <p:pic>
          <p:nvPicPr>
            <p:cNvPr id="50" name="Picture 49" descr="A close up of a fountain pen&#10;&#10;AI-generated content may be incorrect.">
              <a:extLst>
                <a:ext uri="{FF2B5EF4-FFF2-40B4-BE49-F238E27FC236}">
                  <a16:creationId xmlns:a16="http://schemas.microsoft.com/office/drawing/2014/main" id="{0F662F2F-C8F3-A76A-56BB-CA4342F58F4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15407">
              <a:off x="-73292" y="-342148"/>
              <a:ext cx="4304350" cy="3830638"/>
            </a:xfrm>
            <a:prstGeom prst="rect">
              <a:avLst/>
            </a:prstGeom>
            <a:effectLst>
              <a:outerShdw blurRad="152400" dist="50800" dir="6600000" sx="104000" sy="104000" algn="ctr" rotWithShape="0">
                <a:srgbClr val="000000">
                  <a:alpha val="68000"/>
                </a:srgbClr>
              </a:outerShdw>
            </a:effectLst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437F81B4-DAEA-3070-A508-34C01947B590}"/>
              </a:ext>
            </a:extLst>
          </p:cNvPr>
          <p:cNvSpPr/>
          <p:nvPr/>
        </p:nvSpPr>
        <p:spPr>
          <a:xfrm>
            <a:off x="-2142675" y="-678741"/>
            <a:ext cx="17697450" cy="9848850"/>
          </a:xfrm>
          <a:prstGeom prst="rect">
            <a:avLst/>
          </a:prstGeom>
          <a:solidFill>
            <a:schemeClr val="tx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0" name="Rectangle 29">
            <a:extLst>
              <a:ext uri="{FF2B5EF4-FFF2-40B4-BE49-F238E27FC236}">
                <a16:creationId xmlns:a16="http://schemas.microsoft.com/office/drawing/2014/main" id="{3A7696D1-08D9-D917-F8B2-6C174506E504}"/>
              </a:ext>
            </a:extLst>
          </p:cNvPr>
          <p:cNvSpPr/>
          <p:nvPr/>
        </p:nvSpPr>
        <p:spPr>
          <a:xfrm>
            <a:off x="6119916" y="0"/>
            <a:ext cx="6105274" cy="6858000"/>
          </a:xfrm>
          <a:prstGeom prst="rect">
            <a:avLst/>
          </a:prstGeom>
          <a:pattFill prst="pct80">
            <a:fgClr>
              <a:srgbClr val="DDF6FF"/>
            </a:fgClr>
            <a:bgClr>
              <a:schemeClr val="bg1"/>
            </a:bgClr>
          </a:pattFill>
          <a:ln>
            <a:noFill/>
          </a:ln>
          <a:effectLst>
            <a:outerShdw blurRad="38100" dist="101600" dir="8100000" algn="ctr" rotWithShape="0">
              <a:srgbClr val="000000">
                <a:alpha val="5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297680"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endParaRPr lang="en-US" sz="180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339A3FF-5153-CE24-FDFF-3239F54F70E7}"/>
              </a:ext>
            </a:extLst>
          </p:cNvPr>
          <p:cNvSpPr txBox="1"/>
          <p:nvPr/>
        </p:nvSpPr>
        <p:spPr>
          <a:xfrm>
            <a:off x="7214213" y="2590643"/>
            <a:ext cx="4023360" cy="1323439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algn="ctr"/>
            <a:r>
              <a:rPr lang="en-US" sz="4000" dirty="0">
                <a:solidFill>
                  <a:schemeClr val="bg1"/>
                </a:solidFill>
                <a:latin typeface="Berlin Sans FB Demi" panose="020E0802020502020306" pitchFamily="34" charset="0"/>
              </a:rPr>
              <a:t>Space Garden</a:t>
            </a:r>
          </a:p>
          <a:p>
            <a:pPr algn="ctr"/>
            <a:r>
              <a:rPr lang="en-US" sz="4000" dirty="0">
                <a:solidFill>
                  <a:schemeClr val="bg1"/>
                </a:solidFill>
                <a:latin typeface="Berlin Sans FB Demi" panose="020E0802020502020306" pitchFamily="34" charset="0"/>
              </a:rPr>
              <a:t>Game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CB35AB7F-B3E3-4364-BC5C-8641B98A8A47}"/>
              </a:ext>
            </a:extLst>
          </p:cNvPr>
          <p:cNvSpPr txBox="1"/>
          <p:nvPr/>
        </p:nvSpPr>
        <p:spPr>
          <a:xfrm>
            <a:off x="9078831" y="6017901"/>
            <a:ext cx="3479554" cy="369332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algn="ctr"/>
            <a:r>
              <a:rPr lang="en-US" dirty="0">
                <a:solidFill>
                  <a:schemeClr val="bg1"/>
                </a:solidFill>
                <a:latin typeface="Berlin Sans FB Demi" panose="020E0802020502020306" pitchFamily="34" charset="0"/>
              </a:rPr>
              <a:t>Dr/ Shady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AEEEEA7-620C-EFD8-56A0-6556763C9EA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6846" y="-210379"/>
            <a:ext cx="1421005" cy="18784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12609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125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4987357-1D22-E9D0-8571-2AC4E295CD2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red and white background&#10;&#10;AI-generated content may be incorrect.">
            <a:extLst>
              <a:ext uri="{FF2B5EF4-FFF2-40B4-BE49-F238E27FC236}">
                <a16:creationId xmlns:a16="http://schemas.microsoft.com/office/drawing/2014/main" id="{4F997573-4EAF-7487-546F-F089A31EF6B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2"/>
            <a:ext cx="12192000" cy="6858000"/>
          </a:xfrm>
          <a:prstGeom prst="rect">
            <a:avLst/>
          </a:prstGeom>
          <a:scene3d>
            <a:camera prst="orthographicFront"/>
            <a:lightRig rig="harsh" dir="t"/>
          </a:scene3d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92E7D015-1748-09F2-A923-B184A5648178}"/>
              </a:ext>
            </a:extLst>
          </p:cNvPr>
          <p:cNvGrpSpPr/>
          <p:nvPr/>
        </p:nvGrpSpPr>
        <p:grpSpPr>
          <a:xfrm>
            <a:off x="-73292" y="-342148"/>
            <a:ext cx="6742823" cy="3931538"/>
            <a:chOff x="-73292" y="-342148"/>
            <a:chExt cx="6742823" cy="3931538"/>
          </a:xfrm>
        </p:grpSpPr>
        <p:sp>
          <p:nvSpPr>
            <p:cNvPr id="70" name="Freeform 9">
              <a:extLst>
                <a:ext uri="{FF2B5EF4-FFF2-40B4-BE49-F238E27FC236}">
                  <a16:creationId xmlns:a16="http://schemas.microsoft.com/office/drawing/2014/main" id="{31E5991A-3D6E-8A26-04AC-3A9EB82ED0D5}"/>
                </a:ext>
              </a:extLst>
            </p:cNvPr>
            <p:cNvSpPr/>
            <p:nvPr/>
          </p:nvSpPr>
          <p:spPr>
            <a:xfrm rot="20859639">
              <a:off x="1832056" y="2724691"/>
              <a:ext cx="4837475" cy="864699"/>
            </a:xfrm>
            <a:custGeom>
              <a:avLst/>
              <a:gdLst/>
              <a:ahLst/>
              <a:cxnLst/>
              <a:rect l="l" t="t" r="r" b="b"/>
              <a:pathLst>
                <a:path w="6542386" h="1169452">
                  <a:moveTo>
                    <a:pt x="0" y="0"/>
                  </a:moveTo>
                  <a:lnTo>
                    <a:pt x="6542386" y="0"/>
                  </a:lnTo>
                  <a:lnTo>
                    <a:pt x="6542386" y="1169451"/>
                  </a:lnTo>
                  <a:lnTo>
                    <a:pt x="0" y="1169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801"/>
            </a:p>
          </p:txBody>
        </p:sp>
        <p:pic>
          <p:nvPicPr>
            <p:cNvPr id="50" name="Picture 49" descr="A close up of a fountain pen&#10;&#10;AI-generated content may be incorrect.">
              <a:extLst>
                <a:ext uri="{FF2B5EF4-FFF2-40B4-BE49-F238E27FC236}">
                  <a16:creationId xmlns:a16="http://schemas.microsoft.com/office/drawing/2014/main" id="{206956E2-1590-A1B7-E6C3-E04B140AD5B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15407">
              <a:off x="-73292" y="-342148"/>
              <a:ext cx="4304350" cy="3830638"/>
            </a:xfrm>
            <a:prstGeom prst="rect">
              <a:avLst/>
            </a:prstGeom>
            <a:effectLst>
              <a:outerShdw blurRad="152400" dist="50800" dir="6600000" sx="104000" sy="104000" algn="ctr" rotWithShape="0">
                <a:srgbClr val="000000">
                  <a:alpha val="68000"/>
                </a:srgbClr>
              </a:outerShdw>
            </a:effectLst>
          </p:spPr>
        </p:pic>
      </p:grpSp>
      <p:sp>
        <p:nvSpPr>
          <p:cNvPr id="2" name="Rectangle 1">
            <a:extLst>
              <a:ext uri="{FF2B5EF4-FFF2-40B4-BE49-F238E27FC236}">
                <a16:creationId xmlns:a16="http://schemas.microsoft.com/office/drawing/2014/main" id="{0B0E7F56-A7FA-3329-38D0-680EFDF833D7}"/>
              </a:ext>
            </a:extLst>
          </p:cNvPr>
          <p:cNvSpPr/>
          <p:nvPr/>
        </p:nvSpPr>
        <p:spPr>
          <a:xfrm>
            <a:off x="-1793876" y="-1060662"/>
            <a:ext cx="17697450" cy="9848850"/>
          </a:xfrm>
          <a:prstGeom prst="rect">
            <a:avLst/>
          </a:prstGeom>
          <a:solidFill>
            <a:schemeClr val="tx1">
              <a:alpha val="6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4AB6B889-4FE2-F283-D1E1-61712217A3AE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5437881" y="-434764"/>
            <a:ext cx="7318587" cy="7292762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759E059-B8DD-A4A9-8397-D9A5334D8964}"/>
              </a:ext>
            </a:extLst>
          </p:cNvPr>
          <p:cNvPicPr>
            <a:picLocks/>
          </p:cNvPicPr>
          <p:nvPr/>
        </p:nvPicPr>
        <p:blipFill>
          <a:blip r:embed="rId5"/>
          <a:stretch>
            <a:fillRect/>
          </a:stretch>
        </p:blipFill>
        <p:spPr>
          <a:xfrm>
            <a:off x="-644370" y="-434761"/>
            <a:ext cx="7318587" cy="7292762"/>
          </a:xfrm>
          <a:prstGeom prst="rect">
            <a:avLst/>
          </a:prstGeom>
        </p:spPr>
      </p:pic>
      <p:pic>
        <p:nvPicPr>
          <p:cNvPr id="37" name="Graphic 36" descr="Boy with thick hair">
            <a:extLst>
              <a:ext uri="{FF2B5EF4-FFF2-40B4-BE49-F238E27FC236}">
                <a16:creationId xmlns:a16="http://schemas.microsoft.com/office/drawing/2014/main" id="{2D970B75-C11D-06DC-AAED-872D5539767A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178360" y="2213128"/>
            <a:ext cx="723900" cy="790575"/>
          </a:xfrm>
          <a:prstGeom prst="rect">
            <a:avLst/>
          </a:prstGeom>
        </p:spPr>
      </p:pic>
      <p:pic>
        <p:nvPicPr>
          <p:cNvPr id="60" name="Graphic 59" descr="Woman with short hair">
            <a:extLst>
              <a:ext uri="{FF2B5EF4-FFF2-40B4-BE49-F238E27FC236}">
                <a16:creationId xmlns:a16="http://schemas.microsoft.com/office/drawing/2014/main" id="{6FE90A70-133B-E52B-AADB-49454A77701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267980" y="2284139"/>
            <a:ext cx="790575" cy="695325"/>
          </a:xfrm>
          <a:prstGeom prst="rect">
            <a:avLst/>
          </a:prstGeom>
        </p:spPr>
      </p:pic>
      <p:pic>
        <p:nvPicPr>
          <p:cNvPr id="72" name="Graphic 71" descr="Female with tied hair">
            <a:extLst>
              <a:ext uri="{FF2B5EF4-FFF2-40B4-BE49-F238E27FC236}">
                <a16:creationId xmlns:a16="http://schemas.microsoft.com/office/drawing/2014/main" id="{3809DA85-A131-AF6D-D643-B4542E416D6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8126417" y="3320484"/>
            <a:ext cx="762000" cy="752475"/>
          </a:xfrm>
          <a:prstGeom prst="rect">
            <a:avLst/>
          </a:prstGeom>
        </p:spPr>
      </p:pic>
      <p:pic>
        <p:nvPicPr>
          <p:cNvPr id="74" name="Graphic 73" descr="Female with short hair">
            <a:extLst>
              <a:ext uri="{FF2B5EF4-FFF2-40B4-BE49-F238E27FC236}">
                <a16:creationId xmlns:a16="http://schemas.microsoft.com/office/drawing/2014/main" id="{2C465EB8-61C7-1E6C-0A7A-C5A4C4DC770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9925528" y="3330009"/>
            <a:ext cx="704850" cy="742950"/>
          </a:xfrm>
          <a:prstGeom prst="rect">
            <a:avLst/>
          </a:prstGeom>
        </p:spPr>
      </p:pic>
      <p:sp>
        <p:nvSpPr>
          <p:cNvPr id="76" name="TextBox 75">
            <a:extLst>
              <a:ext uri="{FF2B5EF4-FFF2-40B4-BE49-F238E27FC236}">
                <a16:creationId xmlns:a16="http://schemas.microsoft.com/office/drawing/2014/main" id="{949DF689-9CD0-3E82-23EA-B75C25305056}"/>
              </a:ext>
            </a:extLst>
          </p:cNvPr>
          <p:cNvSpPr txBox="1"/>
          <p:nvPr/>
        </p:nvSpPr>
        <p:spPr>
          <a:xfrm>
            <a:off x="8720339" y="2011616"/>
            <a:ext cx="1425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>
                <a:latin typeface="Berlin Sans FB Demi" panose="020E0802020502020306" pitchFamily="34" charset="0"/>
              </a:rPr>
              <a:t>Isen </a:t>
            </a:r>
            <a:r>
              <a:rPr lang="en-US" dirty="0">
                <a:latin typeface="Berlin Sans FB Demi" panose="020E0802020502020306" pitchFamily="34" charset="0"/>
              </a:rPr>
              <a:t>Mohammed</a:t>
            </a:r>
          </a:p>
        </p:txBody>
      </p:sp>
      <p:sp>
        <p:nvSpPr>
          <p:cNvPr id="77" name="TextBox 76">
            <a:extLst>
              <a:ext uri="{FF2B5EF4-FFF2-40B4-BE49-F238E27FC236}">
                <a16:creationId xmlns:a16="http://schemas.microsoft.com/office/drawing/2014/main" id="{FA70DFD3-571E-6A8B-E172-629ADF6486AC}"/>
              </a:ext>
            </a:extLst>
          </p:cNvPr>
          <p:cNvSpPr txBox="1"/>
          <p:nvPr/>
        </p:nvSpPr>
        <p:spPr>
          <a:xfrm>
            <a:off x="1148930" y="2997318"/>
            <a:ext cx="1055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Malak Marwan</a:t>
            </a:r>
          </a:p>
        </p:txBody>
      </p:sp>
      <p:sp>
        <p:nvSpPr>
          <p:cNvPr id="78" name="TextBox 77">
            <a:extLst>
              <a:ext uri="{FF2B5EF4-FFF2-40B4-BE49-F238E27FC236}">
                <a16:creationId xmlns:a16="http://schemas.microsoft.com/office/drawing/2014/main" id="{5EAD929F-323D-7D70-AA8B-A75E8CDDAB4D}"/>
              </a:ext>
            </a:extLst>
          </p:cNvPr>
          <p:cNvSpPr txBox="1"/>
          <p:nvPr/>
        </p:nvSpPr>
        <p:spPr>
          <a:xfrm>
            <a:off x="7803729" y="4174936"/>
            <a:ext cx="16547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Berlin Sans FB Demi" panose="020E0802020502020306" pitchFamily="34" charset="0"/>
              </a:rPr>
              <a:t>Logien</a:t>
            </a:r>
            <a:r>
              <a:rPr lang="en-US" dirty="0">
                <a:latin typeface="Berlin Sans FB Demi" panose="020E0802020502020306" pitchFamily="34" charset="0"/>
              </a:rPr>
              <a:t> Abdelrahman</a:t>
            </a:r>
          </a:p>
        </p:txBody>
      </p:sp>
      <p:sp>
        <p:nvSpPr>
          <p:cNvPr id="79" name="TextBox 78">
            <a:extLst>
              <a:ext uri="{FF2B5EF4-FFF2-40B4-BE49-F238E27FC236}">
                <a16:creationId xmlns:a16="http://schemas.microsoft.com/office/drawing/2014/main" id="{1C159E05-01B6-180A-06FB-AFE0492031BD}"/>
              </a:ext>
            </a:extLst>
          </p:cNvPr>
          <p:cNvSpPr txBox="1"/>
          <p:nvPr/>
        </p:nvSpPr>
        <p:spPr>
          <a:xfrm>
            <a:off x="9650343" y="4174936"/>
            <a:ext cx="142553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 err="1">
                <a:latin typeface="Berlin Sans FB Demi" panose="020E0802020502020306" pitchFamily="34" charset="0"/>
              </a:rPr>
              <a:t>Tasabeeh</a:t>
            </a:r>
            <a:r>
              <a:rPr lang="en-US" dirty="0">
                <a:latin typeface="Berlin Sans FB Demi" panose="020E0802020502020306" pitchFamily="34" charset="0"/>
              </a:rPr>
              <a:t> Mohammed</a:t>
            </a:r>
          </a:p>
        </p:txBody>
      </p:sp>
      <p:sp>
        <p:nvSpPr>
          <p:cNvPr id="86" name="TextBox 85">
            <a:extLst>
              <a:ext uri="{FF2B5EF4-FFF2-40B4-BE49-F238E27FC236}">
                <a16:creationId xmlns:a16="http://schemas.microsoft.com/office/drawing/2014/main" id="{5EBC07A3-FD3D-324B-D6A9-E3F16C55039D}"/>
              </a:ext>
            </a:extLst>
          </p:cNvPr>
          <p:cNvSpPr txBox="1"/>
          <p:nvPr/>
        </p:nvSpPr>
        <p:spPr>
          <a:xfrm>
            <a:off x="2312743" y="64893"/>
            <a:ext cx="1235261" cy="1015663"/>
          </a:xfrm>
          <a:prstGeom prst="rect">
            <a:avLst/>
          </a:prstGeom>
          <a:noFill/>
          <a:sp3d>
            <a:bevelT/>
            <a:bevelB w="114300" prst="hardEdge"/>
          </a:sp3d>
        </p:spPr>
        <p:txBody>
          <a:bodyPr wrap="square" rtlCol="0">
            <a:spAutoFit/>
            <a:scene3d>
              <a:camera prst="perspectiveBelow"/>
              <a:lightRig rig="threePt" dir="t"/>
            </a:scene3d>
          </a:bodyPr>
          <a:lstStyle/>
          <a:p>
            <a:r>
              <a:rPr lang="en-US" sz="6000" dirty="0">
                <a:latin typeface="Bahnschrift Condensed" panose="020B0502040204020203" pitchFamily="34" charset="0"/>
              </a:rPr>
              <a:t>OUR</a:t>
            </a:r>
          </a:p>
        </p:txBody>
      </p:sp>
      <p:sp>
        <p:nvSpPr>
          <p:cNvPr id="87" name="TextBox 86">
            <a:extLst>
              <a:ext uri="{FF2B5EF4-FFF2-40B4-BE49-F238E27FC236}">
                <a16:creationId xmlns:a16="http://schemas.microsoft.com/office/drawing/2014/main" id="{ACC20779-378F-6BDC-040D-04B1DA9D8478}"/>
              </a:ext>
            </a:extLst>
          </p:cNvPr>
          <p:cNvSpPr txBox="1"/>
          <p:nvPr/>
        </p:nvSpPr>
        <p:spPr>
          <a:xfrm>
            <a:off x="8637266" y="64893"/>
            <a:ext cx="1622472" cy="1015663"/>
          </a:xfrm>
          <a:prstGeom prst="rect">
            <a:avLst/>
          </a:prstGeom>
          <a:noFill/>
          <a:sp3d>
            <a:bevelT/>
            <a:bevelB w="114300" prst="hardEdge"/>
          </a:sp3d>
        </p:spPr>
        <p:txBody>
          <a:bodyPr wrap="square" rtlCol="0">
            <a:spAutoFit/>
            <a:scene3d>
              <a:camera prst="perspectiveBelow"/>
              <a:lightRig rig="threePt" dir="t"/>
            </a:scene3d>
          </a:bodyPr>
          <a:lstStyle/>
          <a:p>
            <a:r>
              <a:rPr lang="en-US" sz="6000" dirty="0">
                <a:latin typeface="Bahnschrift Condensed" panose="020B0502040204020203" pitchFamily="34" charset="0"/>
              </a:rPr>
              <a:t>TEAM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6BBFB9D-D561-72F1-CCB8-6391412DFA12}"/>
              </a:ext>
            </a:extLst>
          </p:cNvPr>
          <p:cNvSpPr/>
          <p:nvPr/>
        </p:nvSpPr>
        <p:spPr>
          <a:xfrm>
            <a:off x="5568019" y="-1495425"/>
            <a:ext cx="1136985" cy="9848850"/>
          </a:xfrm>
          <a:prstGeom prst="rect">
            <a:avLst/>
          </a:prstGeom>
          <a:solidFill>
            <a:schemeClr val="tx1">
              <a:alpha val="87000"/>
            </a:schemeClr>
          </a:solidFill>
          <a:ln>
            <a:noFill/>
          </a:ln>
          <a:effectLst>
            <a:softEdge rad="457200"/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17" name="Graphic 116" descr="Female with bangs">
            <a:extLst>
              <a:ext uri="{FF2B5EF4-FFF2-40B4-BE49-F238E27FC236}">
                <a16:creationId xmlns:a16="http://schemas.microsoft.com/office/drawing/2014/main" id="{AF7D5CB9-6356-A111-4EDE-508498A1BD6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8932943" y="968749"/>
            <a:ext cx="819150" cy="112395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F5D65955-050B-1145-54CD-B1E867EA4842}"/>
              </a:ext>
            </a:extLst>
          </p:cNvPr>
          <p:cNvSpPr txBox="1"/>
          <p:nvPr/>
        </p:nvSpPr>
        <p:spPr>
          <a:xfrm>
            <a:off x="581478" y="4933889"/>
            <a:ext cx="11029044" cy="1015663"/>
          </a:xfrm>
          <a:prstGeom prst="rect">
            <a:avLst/>
          </a:prstGeom>
          <a:noFill/>
          <a:sp3d>
            <a:bevelT/>
            <a:bevelB w="114300" prst="hardEdge"/>
          </a:sp3d>
        </p:spPr>
        <p:txBody>
          <a:bodyPr wrap="square" rtlCol="0">
            <a:spAutoFit/>
            <a:scene3d>
              <a:camera prst="perspectiveBelow"/>
              <a:lightRig rig="threePt" dir="t"/>
            </a:scene3d>
          </a:bodyPr>
          <a:lstStyle/>
          <a:p>
            <a:pPr algn="ctr"/>
            <a:r>
              <a:rPr lang="en-US" sz="6000" b="1" dirty="0">
                <a:latin typeface="Jokerman" panose="04090605060D06020702" pitchFamily="82" charset="0"/>
              </a:rPr>
              <a:t>TEAM 13</a:t>
            </a:r>
          </a:p>
        </p:txBody>
      </p:sp>
      <p:pic>
        <p:nvPicPr>
          <p:cNvPr id="91" name="Graphic 90" descr="Angry face with fang">
            <a:extLst>
              <a:ext uri="{FF2B5EF4-FFF2-40B4-BE49-F238E27FC236}">
                <a16:creationId xmlns:a16="http://schemas.microsoft.com/office/drawing/2014/main" id="{55C6D2C6-E028-A468-039C-30DF0094405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4389716" y="2575759"/>
            <a:ext cx="380707" cy="369171"/>
          </a:xfrm>
          <a:prstGeom prst="rect">
            <a:avLst/>
          </a:prstGeom>
        </p:spPr>
      </p:pic>
      <p:pic>
        <p:nvPicPr>
          <p:cNvPr id="89" name="Picture 88" descr="A close-up of hands shaking&#10;&#10;AI-generated content may be incorrect.">
            <a:extLst>
              <a:ext uri="{FF2B5EF4-FFF2-40B4-BE49-F238E27FC236}">
                <a16:creationId xmlns:a16="http://schemas.microsoft.com/office/drawing/2014/main" id="{F8EC2B9C-73A2-65A8-136C-C9AEF98EC900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414710" y="5600115"/>
            <a:ext cx="1504170" cy="1504170"/>
          </a:xfrm>
          <a:prstGeom prst="rect">
            <a:avLst/>
          </a:prstGeom>
        </p:spPr>
      </p:pic>
      <p:pic>
        <p:nvPicPr>
          <p:cNvPr id="97" name="Graphic 96" descr="A smiling woman">
            <a:extLst>
              <a:ext uri="{FF2B5EF4-FFF2-40B4-BE49-F238E27FC236}">
                <a16:creationId xmlns:a16="http://schemas.microsoft.com/office/drawing/2014/main" id="{4606AE19-ADD9-E265-F275-B6CB8BDBCEA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9274063" y="1252286"/>
            <a:ext cx="318093" cy="347914"/>
          </a:xfrm>
          <a:prstGeom prst="rect">
            <a:avLst/>
          </a:prstGeom>
        </p:spPr>
      </p:pic>
      <p:pic>
        <p:nvPicPr>
          <p:cNvPr id="99" name="Graphic 98" descr="Face with thick lips">
            <a:extLst>
              <a:ext uri="{FF2B5EF4-FFF2-40B4-BE49-F238E27FC236}">
                <a16:creationId xmlns:a16="http://schemas.microsoft.com/office/drawing/2014/main" id="{8AE24665-A2B4-C2B7-D752-4DCE67A1414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8507326" y="3634438"/>
            <a:ext cx="304800" cy="342900"/>
          </a:xfrm>
          <a:prstGeom prst="rect">
            <a:avLst/>
          </a:prstGeom>
        </p:spPr>
      </p:pic>
      <p:pic>
        <p:nvPicPr>
          <p:cNvPr id="100" name="Graphic 99" descr="A woman's face">
            <a:extLst>
              <a:ext uri="{FF2B5EF4-FFF2-40B4-BE49-F238E27FC236}">
                <a16:creationId xmlns:a16="http://schemas.microsoft.com/office/drawing/2014/main" id="{AA95786F-0421-A7C4-9B7F-F8475E9A0D2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1566593" y="2592181"/>
            <a:ext cx="309580" cy="337785"/>
          </a:xfrm>
          <a:prstGeom prst="rect">
            <a:avLst/>
          </a:prstGeom>
        </p:spPr>
      </p:pic>
      <p:pic>
        <p:nvPicPr>
          <p:cNvPr id="101" name="Graphic 100" descr="A smiling woman">
            <a:extLst>
              <a:ext uri="{FF2B5EF4-FFF2-40B4-BE49-F238E27FC236}">
                <a16:creationId xmlns:a16="http://schemas.microsoft.com/office/drawing/2014/main" id="{4CA84A9E-55B0-C406-75C6-480528AE2BF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0210713" y="3650293"/>
            <a:ext cx="304800" cy="333375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377DAA47-7D85-FBCC-2FA7-20FA6C720D7C}"/>
              </a:ext>
            </a:extLst>
          </p:cNvPr>
          <p:cNvSpPr txBox="1"/>
          <p:nvPr/>
        </p:nvSpPr>
        <p:spPr>
          <a:xfrm>
            <a:off x="4052512" y="2944930"/>
            <a:ext cx="10551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dirty="0">
                <a:latin typeface="Berlin Sans FB Demi" panose="020E0802020502020306" pitchFamily="34" charset="0"/>
              </a:rPr>
              <a:t>Youssef Atef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AC10FB44-F233-C1ED-6BFF-84D2C9F8C6F8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-573364" y="-855401"/>
            <a:ext cx="1421005" cy="1878499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32036275-338A-9B65-1734-68583DA92511}"/>
              </a:ext>
            </a:extLst>
          </p:cNvPr>
          <p:cNvPicPr>
            <a:picLocks noChangeAspect="1"/>
          </p:cNvPicPr>
          <p:nvPr/>
        </p:nvPicPr>
        <p:blipFill>
          <a:blip r:embed="rId16"/>
          <a:stretch>
            <a:fillRect/>
          </a:stretch>
        </p:blipFill>
        <p:spPr>
          <a:xfrm>
            <a:off x="11303486" y="5658244"/>
            <a:ext cx="1421005" cy="1878499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75BEA031-F349-C3ED-A9C9-BDF5FF33AF29}"/>
              </a:ext>
            </a:extLst>
          </p:cNvPr>
          <p:cNvPicPr>
            <a:picLocks noChangeAspect="1"/>
          </p:cNvPicPr>
          <p:nvPr/>
        </p:nvPicPr>
        <p:blipFill>
          <a:blip r:embed="rId17"/>
          <a:stretch>
            <a:fillRect/>
          </a:stretch>
        </p:blipFill>
        <p:spPr>
          <a:xfrm rot="2309424">
            <a:off x="40836" y="4980004"/>
            <a:ext cx="1456112" cy="193909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75067327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F76BFE1-8E19-16D3-46DE-3F2BCCC9C6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Picture 28" descr="A red and white background&#10;&#10;AI-generated content may be incorrect.">
            <a:extLst>
              <a:ext uri="{FF2B5EF4-FFF2-40B4-BE49-F238E27FC236}">
                <a16:creationId xmlns:a16="http://schemas.microsoft.com/office/drawing/2014/main" id="{AE0FCEE8-F9C2-1A70-B5A1-11175FB24EF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flipH="1">
            <a:off x="0" y="2"/>
            <a:ext cx="12192000" cy="6858000"/>
          </a:xfrm>
          <a:prstGeom prst="rect">
            <a:avLst/>
          </a:prstGeom>
          <a:scene3d>
            <a:camera prst="orthographicFront"/>
            <a:lightRig rig="harsh" dir="t"/>
          </a:scene3d>
        </p:spPr>
      </p:pic>
      <p:grpSp>
        <p:nvGrpSpPr>
          <p:cNvPr id="71" name="Group 70">
            <a:extLst>
              <a:ext uri="{FF2B5EF4-FFF2-40B4-BE49-F238E27FC236}">
                <a16:creationId xmlns:a16="http://schemas.microsoft.com/office/drawing/2014/main" id="{7624DFE4-1EAC-3395-EB6B-E66C0D9327B1}"/>
              </a:ext>
            </a:extLst>
          </p:cNvPr>
          <p:cNvGrpSpPr/>
          <p:nvPr/>
        </p:nvGrpSpPr>
        <p:grpSpPr>
          <a:xfrm>
            <a:off x="-73292" y="-342148"/>
            <a:ext cx="6742823" cy="3931538"/>
            <a:chOff x="-73292" y="-342148"/>
            <a:chExt cx="6742823" cy="3931538"/>
          </a:xfrm>
        </p:grpSpPr>
        <p:sp>
          <p:nvSpPr>
            <p:cNvPr id="70" name="Freeform 9">
              <a:extLst>
                <a:ext uri="{FF2B5EF4-FFF2-40B4-BE49-F238E27FC236}">
                  <a16:creationId xmlns:a16="http://schemas.microsoft.com/office/drawing/2014/main" id="{84B1AA07-888A-207D-BEF9-A5745411E63E}"/>
                </a:ext>
              </a:extLst>
            </p:cNvPr>
            <p:cNvSpPr/>
            <p:nvPr/>
          </p:nvSpPr>
          <p:spPr>
            <a:xfrm rot="20859639">
              <a:off x="1832056" y="2724691"/>
              <a:ext cx="4837475" cy="864699"/>
            </a:xfrm>
            <a:custGeom>
              <a:avLst/>
              <a:gdLst/>
              <a:ahLst/>
              <a:cxnLst/>
              <a:rect l="l" t="t" r="r" b="b"/>
              <a:pathLst>
                <a:path w="6542386" h="1169452">
                  <a:moveTo>
                    <a:pt x="0" y="0"/>
                  </a:moveTo>
                  <a:lnTo>
                    <a:pt x="6542386" y="0"/>
                  </a:lnTo>
                  <a:lnTo>
                    <a:pt x="6542386" y="1169451"/>
                  </a:lnTo>
                  <a:lnTo>
                    <a:pt x="0" y="1169451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>
                <a:extLst>
                  <a:ext uri="{96DAC541-7B7A-43D3-8B79-37D633B846F1}">
                    <asvg:svgBlip xmlns:asvg="http://schemas.microsoft.com/office/drawing/2016/SVG/main" r:embed="rId3"/>
                  </a:ext>
                </a:extLst>
              </a:blip>
              <a:stretch>
                <a:fillRect/>
              </a:stretch>
            </a:blipFill>
          </p:spPr>
          <p:txBody>
            <a:bodyPr/>
            <a:lstStyle/>
            <a:p>
              <a:endParaRPr lang="en-US" sz="1801"/>
            </a:p>
          </p:txBody>
        </p:sp>
        <p:pic>
          <p:nvPicPr>
            <p:cNvPr id="50" name="Picture 49" descr="A close up of a fountain pen&#10;&#10;AI-generated content may be incorrect.">
              <a:extLst>
                <a:ext uri="{FF2B5EF4-FFF2-40B4-BE49-F238E27FC236}">
                  <a16:creationId xmlns:a16="http://schemas.microsoft.com/office/drawing/2014/main" id="{C4E318D3-BB38-D158-22C3-E3CC875C3D48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 rot="21015407">
              <a:off x="-73292" y="-342148"/>
              <a:ext cx="4304350" cy="3830638"/>
            </a:xfrm>
            <a:prstGeom prst="rect">
              <a:avLst/>
            </a:prstGeom>
            <a:effectLst>
              <a:outerShdw blurRad="152400" dist="50800" dir="6600000" sx="104000" sy="104000" algn="ctr" rotWithShape="0">
                <a:srgbClr val="000000">
                  <a:alpha val="68000"/>
                </a:srgbClr>
              </a:outerShdw>
            </a:effectLst>
          </p:spPr>
        </p:pic>
      </p:grpSp>
      <p:sp>
        <p:nvSpPr>
          <p:cNvPr id="7" name="Rectangle 6">
            <a:extLst>
              <a:ext uri="{FF2B5EF4-FFF2-40B4-BE49-F238E27FC236}">
                <a16:creationId xmlns:a16="http://schemas.microsoft.com/office/drawing/2014/main" id="{0D5FA5DF-F23B-FCE6-4E97-62803E07D15E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21000">
                <a:srgbClr val="F5C3EE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51B6425D-6A43-807C-A840-E1EEDC593A78}"/>
              </a:ext>
            </a:extLst>
          </p:cNvPr>
          <p:cNvSpPr/>
          <p:nvPr/>
        </p:nvSpPr>
        <p:spPr>
          <a:xfrm>
            <a:off x="18947" y="479"/>
            <a:ext cx="6105274" cy="6858000"/>
          </a:xfrm>
          <a:prstGeom prst="rect">
            <a:avLst/>
          </a:prstGeom>
          <a:pattFill prst="pct80">
            <a:fgClr>
              <a:srgbClr val="81DEFF"/>
            </a:fgClr>
            <a:bgClr>
              <a:schemeClr val="bg1"/>
            </a:bgClr>
          </a:pattFill>
          <a:ln>
            <a:noFill/>
          </a:ln>
          <a:effectLst>
            <a:outerShdw blurRad="38100" dist="101600" dir="8100000" algn="ctr" rotWithShape="0">
              <a:srgbClr val="000000">
                <a:alpha val="5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297680"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endParaRPr lang="en-US" sz="1801" dirty="0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6564747D-C191-2F11-5701-A5697ED94D75}"/>
              </a:ext>
            </a:extLst>
          </p:cNvPr>
          <p:cNvSpPr/>
          <p:nvPr/>
        </p:nvSpPr>
        <p:spPr>
          <a:xfrm>
            <a:off x="-1962150" y="-707601"/>
            <a:ext cx="17697450" cy="9848850"/>
          </a:xfrm>
          <a:prstGeom prst="rect">
            <a:avLst/>
          </a:prstGeom>
          <a:solidFill>
            <a:schemeClr val="tx1">
              <a:alpha val="67000"/>
            </a:schemeClr>
          </a:solidFill>
          <a:ln>
            <a:noFill/>
          </a:ln>
          <a:effectLst>
            <a:outerShdw blurRad="50800" dist="50800" dir="5400000" algn="ctr" rotWithShape="0">
              <a:srgbClr val="000000">
                <a:alpha val="71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945AD9F9-36D2-75BA-8471-9DBE5D2BA692}"/>
              </a:ext>
            </a:extLst>
          </p:cNvPr>
          <p:cNvSpPr txBox="1"/>
          <p:nvPr/>
        </p:nvSpPr>
        <p:spPr>
          <a:xfrm>
            <a:off x="7105296" y="2772319"/>
            <a:ext cx="4477009" cy="769441"/>
          </a:xfrm>
          <a:prstGeom prst="rect">
            <a:avLst/>
          </a:prstGeom>
          <a:noFill/>
          <a:effectLst>
            <a:outerShdw blurRad="50800" dist="38100" dir="15300000" sx="110000" sy="110000" algn="br" rotWithShape="0">
              <a:prstClr val="black">
                <a:alpha val="32000"/>
              </a:prstClr>
            </a:outerShd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algn="ctr"/>
            <a:r>
              <a:rPr lang="en-US" sz="4400" b="1" dirty="0">
                <a:solidFill>
                  <a:srgbClr val="FFFFFF"/>
                </a:solidFill>
                <a:latin typeface="Cerebri Bold"/>
              </a:rPr>
              <a:t>PROJECT IDEA</a:t>
            </a:r>
          </a:p>
        </p:txBody>
      </p:sp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27C5EC35-B829-F362-213F-9C54137E40E4}"/>
              </a:ext>
            </a:extLst>
          </p:cNvPr>
          <p:cNvCxnSpPr>
            <a:cxnSpLocks/>
          </p:cNvCxnSpPr>
          <p:nvPr/>
        </p:nvCxnSpPr>
        <p:spPr>
          <a:xfrm>
            <a:off x="-4146550" y="652831"/>
            <a:ext cx="218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1" name="Picture 40" descr="A black and white sticker of a hand holding a pencil&#10;&#10;AI-generated content may be incorrect.">
            <a:extLst>
              <a:ext uri="{FF2B5EF4-FFF2-40B4-BE49-F238E27FC236}">
                <a16:creationId xmlns:a16="http://schemas.microsoft.com/office/drawing/2014/main" id="{7D36684C-152A-8A7F-D163-A14F71B167C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3600000">
            <a:off x="16088365" y="3288072"/>
            <a:ext cx="1878499" cy="1878499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8A65C39-C502-E7E5-CBBA-14EFDD28EA9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87034" y="-2356105"/>
            <a:ext cx="674757" cy="891996"/>
          </a:xfrm>
          <a:prstGeom prst="rect">
            <a:avLst/>
          </a:prstGeom>
        </p:spPr>
      </p:pic>
      <p:pic>
        <p:nvPicPr>
          <p:cNvPr id="9" name="Picture 8">
            <a:extLst>
              <a:ext uri="{FF2B5EF4-FFF2-40B4-BE49-F238E27FC236}">
                <a16:creationId xmlns:a16="http://schemas.microsoft.com/office/drawing/2014/main" id="{7AC792D9-045E-046A-A202-C5F2747B536E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5835330" y="-3040250"/>
            <a:ext cx="2384568" cy="3152282"/>
          </a:xfrm>
          <a:prstGeom prst="rect">
            <a:avLst/>
          </a:prstGeom>
        </p:spPr>
      </p:pic>
      <p:sp>
        <p:nvSpPr>
          <p:cNvPr id="10" name="Freeform 3">
            <a:extLst>
              <a:ext uri="{FF2B5EF4-FFF2-40B4-BE49-F238E27FC236}">
                <a16:creationId xmlns:a16="http://schemas.microsoft.com/office/drawing/2014/main" id="{C88517B9-3989-0B4E-6833-35A8566C1080}"/>
              </a:ext>
            </a:extLst>
          </p:cNvPr>
          <p:cNvSpPr/>
          <p:nvPr/>
        </p:nvSpPr>
        <p:spPr>
          <a:xfrm rot="-7305844">
            <a:off x="12696877" y="752936"/>
            <a:ext cx="9268374" cy="2333021"/>
          </a:xfrm>
          <a:custGeom>
            <a:avLst/>
            <a:gdLst/>
            <a:ahLst/>
            <a:cxnLst/>
            <a:rect l="l" t="t" r="r" b="b"/>
            <a:pathLst>
              <a:path w="8054286" h="2114250">
                <a:moveTo>
                  <a:pt x="0" y="0"/>
                </a:moveTo>
                <a:lnTo>
                  <a:pt x="8054286" y="0"/>
                </a:lnTo>
                <a:lnTo>
                  <a:pt x="8054286" y="2114250"/>
                </a:lnTo>
                <a:lnTo>
                  <a:pt x="0" y="2114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88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E564A95B-D644-97C4-EB35-4833D858E1AE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857297">
            <a:off x="-962696" y="7341824"/>
            <a:ext cx="1348923" cy="17963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848F586D-3D2A-91C7-4F25-DD45AEA2939A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 rot="13885919">
            <a:off x="12737530" y="-1754396"/>
            <a:ext cx="1110594" cy="1478973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4EE38ABA-E296-40CA-A62D-73FFDD1CCCD7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55830" y="8342800"/>
            <a:ext cx="675551" cy="934053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5B05897E-EE19-6F8B-753B-72B5B630632C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692045" y="7484819"/>
            <a:ext cx="1230050" cy="1700733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53B17078-5846-9E4F-B744-F6B206B5ECB8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8431380" y="8017050"/>
            <a:ext cx="568927" cy="7866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65683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3F88115-ADA2-34B4-399A-46094CED33DA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1" name="Freeform 3">
            <a:extLst>
              <a:ext uri="{FF2B5EF4-FFF2-40B4-BE49-F238E27FC236}">
                <a16:creationId xmlns:a16="http://schemas.microsoft.com/office/drawing/2014/main" id="{809C576E-DEAE-8E75-D92B-6C04313C336E}"/>
              </a:ext>
            </a:extLst>
          </p:cNvPr>
          <p:cNvSpPr/>
          <p:nvPr/>
        </p:nvSpPr>
        <p:spPr>
          <a:xfrm rot="2817233">
            <a:off x="-4853950" y="5567080"/>
            <a:ext cx="6640855" cy="4750612"/>
          </a:xfrm>
          <a:custGeom>
            <a:avLst/>
            <a:gdLst/>
            <a:ahLst/>
            <a:cxnLst/>
            <a:rect l="l" t="t" r="r" b="b"/>
            <a:pathLst>
              <a:path w="12942129" h="9258300">
                <a:moveTo>
                  <a:pt x="0" y="0"/>
                </a:moveTo>
                <a:lnTo>
                  <a:pt x="12942128" y="0"/>
                </a:lnTo>
                <a:lnTo>
                  <a:pt x="1294212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6A2E1AF4-EC6C-BF61-5336-AB9ACCDE96D8}"/>
              </a:ext>
            </a:extLst>
          </p:cNvPr>
          <p:cNvSpPr/>
          <p:nvPr/>
        </p:nvSpPr>
        <p:spPr>
          <a:xfrm>
            <a:off x="-4667376" y="3454855"/>
            <a:ext cx="2736040" cy="636519"/>
          </a:xfrm>
          <a:prstGeom prst="roundRect">
            <a:avLst>
              <a:gd name="adj" fmla="val 33128"/>
            </a:avLst>
          </a:prstGeom>
          <a:solidFill>
            <a:srgbClr val="7014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3"/>
          <p:cNvSpPr/>
          <p:nvPr/>
        </p:nvSpPr>
        <p:spPr>
          <a:xfrm rot="-7305844">
            <a:off x="4866707" y="2155017"/>
            <a:ext cx="9268374" cy="2333021"/>
          </a:xfrm>
          <a:custGeom>
            <a:avLst/>
            <a:gdLst/>
            <a:ahLst/>
            <a:cxnLst/>
            <a:rect l="l" t="t" r="r" b="b"/>
            <a:pathLst>
              <a:path w="8054286" h="2114250">
                <a:moveTo>
                  <a:pt x="0" y="0"/>
                </a:moveTo>
                <a:lnTo>
                  <a:pt x="8054286" y="0"/>
                </a:lnTo>
                <a:lnTo>
                  <a:pt x="8054286" y="2114250"/>
                </a:lnTo>
                <a:lnTo>
                  <a:pt x="0" y="2114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88"/>
          </a:p>
        </p:txBody>
      </p:sp>
      <p:sp>
        <p:nvSpPr>
          <p:cNvPr id="15" name="TextBox 15"/>
          <p:cNvSpPr txBox="1"/>
          <p:nvPr/>
        </p:nvSpPr>
        <p:spPr>
          <a:xfrm>
            <a:off x="1092199" y="631898"/>
            <a:ext cx="3652655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erebri Bold"/>
                <a:ea typeface="Cerebri Bold"/>
                <a:cs typeface="Cerebri Bold"/>
                <a:sym typeface="Cerebri Bold"/>
              </a:rPr>
              <a:t>What is Space Garden Game?</a:t>
            </a:r>
          </a:p>
        </p:txBody>
      </p:sp>
      <p:sp>
        <p:nvSpPr>
          <p:cNvPr id="2" name="Freeform 2"/>
          <p:cNvSpPr/>
          <p:nvPr/>
        </p:nvSpPr>
        <p:spPr>
          <a:xfrm>
            <a:off x="341045" y="3436562"/>
            <a:ext cx="300794" cy="336552"/>
          </a:xfrm>
          <a:custGeom>
            <a:avLst/>
            <a:gdLst/>
            <a:ahLst/>
            <a:cxnLst/>
            <a:rect l="l" t="t" r="r" b="b"/>
            <a:pathLst>
              <a:path w="320847" h="358989">
                <a:moveTo>
                  <a:pt x="0" y="0"/>
                </a:moveTo>
                <a:lnTo>
                  <a:pt x="320847" y="0"/>
                </a:lnTo>
                <a:lnTo>
                  <a:pt x="320847" y="358989"/>
                </a:lnTo>
                <a:lnTo>
                  <a:pt x="0" y="358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88"/>
          </a:p>
        </p:txBody>
      </p:sp>
      <p:sp>
        <p:nvSpPr>
          <p:cNvPr id="17" name="TextBox 17"/>
          <p:cNvSpPr txBox="1"/>
          <p:nvPr/>
        </p:nvSpPr>
        <p:spPr>
          <a:xfrm>
            <a:off x="982884" y="3473392"/>
            <a:ext cx="8394796" cy="2769989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Our project is an interactive educational toy designed to combine </a:t>
            </a:r>
            <a:r>
              <a:rPr lang="en-US" sz="2000" dirty="0">
                <a:solidFill>
                  <a:srgbClr val="00B0F0"/>
                </a:solidFill>
              </a:rPr>
              <a:t>learning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and </a:t>
            </a:r>
            <a:r>
              <a:rPr lang="en-US" sz="2000" dirty="0">
                <a:solidFill>
                  <a:srgbClr val="00B0F0"/>
                </a:solidFill>
              </a:rPr>
              <a:t>entertainment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 for children. The toy encourages kids to solve mathematical questions while interacting with different mechanical systems.</a:t>
            </a: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The child is presented with a math question on a display screen. If the answer is correct, a ball is released and moves through the toy's internal pathway. If the answer is incorrect, the ball remains locked, motivating the child to try again and improve their mathematical skills.</a:t>
            </a:r>
          </a:p>
          <a:p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This approach helps children practice </a:t>
            </a:r>
            <a:r>
              <a:rPr lang="en-US" sz="2000" dirty="0">
                <a:solidFill>
                  <a:srgbClr val="00B0F0"/>
                </a:solidFill>
              </a:rPr>
              <a:t>problem-solving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, </a:t>
            </a:r>
            <a:r>
              <a:rPr lang="en-US" sz="2000" dirty="0">
                <a:solidFill>
                  <a:srgbClr val="00B0F0"/>
                </a:solidFill>
              </a:rPr>
              <a:t>critical thinking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, and </a:t>
            </a:r>
            <a:r>
              <a:rPr lang="en-US" sz="2000" dirty="0">
                <a:solidFill>
                  <a:srgbClr val="00B0F0"/>
                </a:solidFill>
              </a:rPr>
              <a:t>hand-eye coordination </a:t>
            </a:r>
            <a:r>
              <a:rPr lang="en-US" sz="2000" dirty="0">
                <a:solidFill>
                  <a:schemeClr val="accent5">
                    <a:lumMod val="75000"/>
                  </a:schemeClr>
                </a:solidFill>
              </a:rPr>
              <a:t>in an engaging way.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107A507-2B92-5CCC-D546-53EE31D128E9}"/>
              </a:ext>
            </a:extLst>
          </p:cNvPr>
          <p:cNvSpPr txBox="1"/>
          <p:nvPr/>
        </p:nvSpPr>
        <p:spPr>
          <a:xfrm>
            <a:off x="-1146305" y="244166"/>
            <a:ext cx="4477009" cy="400110"/>
          </a:xfrm>
          <a:prstGeom prst="rect">
            <a:avLst/>
          </a:prstGeom>
          <a:noFill/>
          <a:effectLst>
            <a:outerShdw blurRad="50800" dist="38100" dir="15300000" sx="110000" sy="110000" algn="br" rotWithShape="0">
              <a:prstClr val="black">
                <a:alpha val="32000"/>
              </a:prstClr>
            </a:outerShd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erebri Bold"/>
              </a:rPr>
              <a:t>PROJECT IDEA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A7457D9D-EB8F-03A8-630B-7A848AC1EA52}"/>
              </a:ext>
            </a:extLst>
          </p:cNvPr>
          <p:cNvCxnSpPr>
            <a:cxnSpLocks/>
          </p:cNvCxnSpPr>
          <p:nvPr/>
        </p:nvCxnSpPr>
        <p:spPr>
          <a:xfrm>
            <a:off x="0" y="652831"/>
            <a:ext cx="218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4">
            <a:extLst>
              <a:ext uri="{FF2B5EF4-FFF2-40B4-BE49-F238E27FC236}">
                <a16:creationId xmlns:a16="http://schemas.microsoft.com/office/drawing/2014/main" id="{B617391B-8594-3400-CCD6-18BA50572280}"/>
              </a:ext>
            </a:extLst>
          </p:cNvPr>
          <p:cNvSpPr/>
          <p:nvPr/>
        </p:nvSpPr>
        <p:spPr>
          <a:xfrm>
            <a:off x="13196967" y="11695538"/>
            <a:ext cx="2539157" cy="2539157"/>
          </a:xfrm>
          <a:custGeom>
            <a:avLst/>
            <a:gdLst/>
            <a:ahLst/>
            <a:cxnLst/>
            <a:rect l="l" t="t" r="r" b="b"/>
            <a:pathLst>
              <a:path w="14886843" h="14886843">
                <a:moveTo>
                  <a:pt x="0" y="0"/>
                </a:moveTo>
                <a:lnTo>
                  <a:pt x="14886843" y="0"/>
                </a:lnTo>
                <a:lnTo>
                  <a:pt x="14886843" y="14886844"/>
                </a:lnTo>
                <a:lnTo>
                  <a:pt x="0" y="148868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sz="1200" dirty="0"/>
          </a:p>
        </p:txBody>
      </p:sp>
      <p:sp>
        <p:nvSpPr>
          <p:cNvPr id="64" name="Freeform 10">
            <a:extLst>
              <a:ext uri="{FF2B5EF4-FFF2-40B4-BE49-F238E27FC236}">
                <a16:creationId xmlns:a16="http://schemas.microsoft.com/office/drawing/2014/main" id="{5599A7E4-6C3B-8AF2-F292-99BA1DA08245}"/>
              </a:ext>
            </a:extLst>
          </p:cNvPr>
          <p:cNvSpPr/>
          <p:nvPr/>
        </p:nvSpPr>
        <p:spPr>
          <a:xfrm rot="1919835" flipH="1">
            <a:off x="-8729436" y="-1998401"/>
            <a:ext cx="6259577" cy="4013954"/>
          </a:xfrm>
          <a:custGeom>
            <a:avLst/>
            <a:gdLst/>
            <a:ahLst/>
            <a:cxnLst/>
            <a:rect l="l" t="t" r="r" b="b"/>
            <a:pathLst>
              <a:path w="9389366" h="6020931">
                <a:moveTo>
                  <a:pt x="9389366" y="0"/>
                </a:moveTo>
                <a:lnTo>
                  <a:pt x="0" y="0"/>
                </a:lnTo>
                <a:lnTo>
                  <a:pt x="0" y="6020931"/>
                </a:lnTo>
                <a:lnTo>
                  <a:pt x="9389366" y="6020931"/>
                </a:lnTo>
                <a:lnTo>
                  <a:pt x="938936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5" name="Freeform 11">
            <a:extLst>
              <a:ext uri="{FF2B5EF4-FFF2-40B4-BE49-F238E27FC236}">
                <a16:creationId xmlns:a16="http://schemas.microsoft.com/office/drawing/2014/main" id="{E197368C-5201-A026-DD0E-FD495F555C65}"/>
              </a:ext>
            </a:extLst>
          </p:cNvPr>
          <p:cNvSpPr/>
          <p:nvPr/>
        </p:nvSpPr>
        <p:spPr>
          <a:xfrm rot="-253929">
            <a:off x="-4012665" y="-1937805"/>
            <a:ext cx="1842376" cy="1553737"/>
          </a:xfrm>
          <a:custGeom>
            <a:avLst/>
            <a:gdLst/>
            <a:ahLst/>
            <a:cxnLst/>
            <a:rect l="l" t="t" r="r" b="b"/>
            <a:pathLst>
              <a:path w="2763564" h="2330606">
                <a:moveTo>
                  <a:pt x="0" y="0"/>
                </a:moveTo>
                <a:lnTo>
                  <a:pt x="2763564" y="0"/>
                </a:lnTo>
                <a:lnTo>
                  <a:pt x="2763564" y="2330605"/>
                </a:lnTo>
                <a:lnTo>
                  <a:pt x="0" y="23306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4434A1B0-D359-91E9-D607-629A7AC2B84A}"/>
              </a:ext>
            </a:extLst>
          </p:cNvPr>
          <p:cNvGrpSpPr/>
          <p:nvPr/>
        </p:nvGrpSpPr>
        <p:grpSpPr>
          <a:xfrm rot="589747">
            <a:off x="-8861859" y="8056627"/>
            <a:ext cx="9588746" cy="11419163"/>
            <a:chOff x="2257173" y="-1204485"/>
            <a:chExt cx="14383119" cy="17128744"/>
          </a:xfrm>
        </p:grpSpPr>
        <p:sp>
          <p:nvSpPr>
            <p:cNvPr id="67" name="Freeform 4">
              <a:extLst>
                <a:ext uri="{FF2B5EF4-FFF2-40B4-BE49-F238E27FC236}">
                  <a16:creationId xmlns:a16="http://schemas.microsoft.com/office/drawing/2014/main" id="{519B6012-68CB-D4EB-060B-EAADA96A9681}"/>
                </a:ext>
              </a:extLst>
            </p:cNvPr>
            <p:cNvSpPr/>
            <p:nvPr/>
          </p:nvSpPr>
          <p:spPr>
            <a:xfrm rot="21380128">
              <a:off x="2257173" y="-1204485"/>
              <a:ext cx="14383119" cy="17128744"/>
            </a:xfrm>
            <a:custGeom>
              <a:avLst/>
              <a:gdLst/>
              <a:ahLst/>
              <a:cxnLst/>
              <a:rect l="l" t="t" r="r" b="b"/>
              <a:pathLst>
                <a:path w="12092931" h="14769992">
                  <a:moveTo>
                    <a:pt x="0" y="0"/>
                  </a:moveTo>
                  <a:lnTo>
                    <a:pt x="12092930" y="0"/>
                  </a:lnTo>
                  <a:lnTo>
                    <a:pt x="12092930" y="14769992"/>
                  </a:lnTo>
                  <a:lnTo>
                    <a:pt x="0" y="14769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 sz="12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DFBC3A7E-84DD-D1FE-5C21-D9A0A5A231F1}"/>
                </a:ext>
              </a:extLst>
            </p:cNvPr>
            <p:cNvGrpSpPr/>
            <p:nvPr/>
          </p:nvGrpSpPr>
          <p:grpSpPr>
            <a:xfrm>
              <a:off x="5357493" y="1160465"/>
              <a:ext cx="2398463" cy="1140136"/>
              <a:chOff x="5073410" y="1386577"/>
              <a:chExt cx="2851390" cy="1355440"/>
            </a:xfrm>
          </p:grpSpPr>
          <p:sp>
            <p:nvSpPr>
              <p:cNvPr id="71" name="Freeform 8">
                <a:extLst>
                  <a:ext uri="{FF2B5EF4-FFF2-40B4-BE49-F238E27FC236}">
                    <a16:creationId xmlns:a16="http://schemas.microsoft.com/office/drawing/2014/main" id="{E2826EDF-0413-CCB6-A051-714AE61FE41B}"/>
                  </a:ext>
                </a:extLst>
              </p:cNvPr>
              <p:cNvSpPr/>
              <p:nvPr/>
            </p:nvSpPr>
            <p:spPr>
              <a:xfrm>
                <a:off x="5073410" y="1386577"/>
                <a:ext cx="2851390" cy="1144120"/>
              </a:xfrm>
              <a:custGeom>
                <a:avLst/>
                <a:gdLst/>
                <a:ahLst/>
                <a:cxnLst/>
                <a:rect l="l" t="t" r="r" b="b"/>
                <a:pathLst>
                  <a:path w="5614364" h="2252763">
                    <a:moveTo>
                      <a:pt x="0" y="0"/>
                    </a:moveTo>
                    <a:lnTo>
                      <a:pt x="5614364" y="0"/>
                    </a:lnTo>
                    <a:lnTo>
                      <a:pt x="5614364" y="2252763"/>
                    </a:lnTo>
                    <a:lnTo>
                      <a:pt x="0" y="22527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 sz="1200" dirty="0"/>
              </a:p>
            </p:txBody>
          </p:sp>
          <p:sp>
            <p:nvSpPr>
              <p:cNvPr id="72" name="TextBox 11">
                <a:extLst>
                  <a:ext uri="{FF2B5EF4-FFF2-40B4-BE49-F238E27FC236}">
                    <a16:creationId xmlns:a16="http://schemas.microsoft.com/office/drawing/2014/main" id="{A27A418C-8F08-8BE1-D2EF-EE2BA63BA943}"/>
                  </a:ext>
                </a:extLst>
              </p:cNvPr>
              <p:cNvSpPr txBox="1"/>
              <p:nvPr/>
            </p:nvSpPr>
            <p:spPr>
              <a:xfrm rot="622474">
                <a:off x="5829647" y="1507114"/>
                <a:ext cx="839253" cy="123490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5374"/>
                  </a:lnSpc>
                </a:pPr>
                <a:r>
                  <a:rPr lang="en-US" sz="5867" spc="-590" dirty="0">
                    <a:solidFill>
                      <a:srgbClr val="000000"/>
                    </a:solidFill>
                    <a:latin typeface="Linotype Feltpen"/>
                    <a:ea typeface="Linotype Feltpen"/>
                    <a:cs typeface="Linotype Feltpen"/>
                    <a:sym typeface="Linotype Feltpen"/>
                  </a:rPr>
                  <a:t>1</a:t>
                </a:r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479824C6-67C7-82FF-8A3E-F71B6A4142B1}"/>
                </a:ext>
              </a:extLst>
            </p:cNvPr>
            <p:cNvSpPr txBox="1"/>
            <p:nvPr/>
          </p:nvSpPr>
          <p:spPr>
            <a:xfrm rot="434367">
              <a:off x="4744674" y="2716548"/>
              <a:ext cx="8184731" cy="8771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Medical and Scientific Papers: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6E26BD4E-75BA-A083-C0DE-EC7466D8AB6B}"/>
                </a:ext>
              </a:extLst>
            </p:cNvPr>
            <p:cNvSpPr txBox="1"/>
            <p:nvPr/>
          </p:nvSpPr>
          <p:spPr>
            <a:xfrm rot="428814">
              <a:off x="4758411" y="3733870"/>
              <a:ext cx="9980153" cy="22551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1600" dirty="0"/>
                <a:t>Technical writing in the medical and scientific field simplifies complex information into clear content that helps researchers interpret findings, organize data, and publish results.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62FC9773-62CC-13B4-AE82-3DD5DAA1E2C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80289" y="1203402"/>
            <a:ext cx="2384568" cy="315228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2EBE943-F22D-ADC5-99A6-0E4F2A2BF285}"/>
              </a:ext>
            </a:extLst>
          </p:cNvPr>
          <p:cNvSpPr/>
          <p:nvPr/>
        </p:nvSpPr>
        <p:spPr>
          <a:xfrm>
            <a:off x="-6186818" y="-80826"/>
            <a:ext cx="6105274" cy="6858000"/>
          </a:xfrm>
          <a:prstGeom prst="rect">
            <a:avLst/>
          </a:prstGeom>
          <a:pattFill prst="pct80">
            <a:fgClr>
              <a:srgbClr val="DDF6FF"/>
            </a:fgClr>
            <a:bgClr>
              <a:schemeClr val="bg1"/>
            </a:bgClr>
          </a:pattFill>
          <a:ln>
            <a:noFill/>
          </a:ln>
          <a:effectLst>
            <a:outerShdw blurRad="38100" dist="101600" dir="8100000" algn="ctr" rotWithShape="0">
              <a:srgbClr val="000000">
                <a:alpha val="5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297680"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endParaRPr lang="en-US" sz="180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CF458D82-BE92-2C63-4838-D250A24A20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3885919">
            <a:off x="11068175" y="-730912"/>
            <a:ext cx="1110594" cy="14789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9F197630-EF8A-09A6-914B-62042FB4EAB8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857297">
            <a:off x="-333417" y="5707728"/>
            <a:ext cx="1348923" cy="17963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A7E7932E-BB87-218B-7387-D50C1B9F13F7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1994" y="-24629"/>
            <a:ext cx="674757" cy="89199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8047E3C9-EFB5-BC2B-6CD8-993031BDFD9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17830" y="6083664"/>
            <a:ext cx="675551" cy="9340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A9825E39-0904-4210-0CE7-FD73EBCC88CC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54045" y="5225683"/>
            <a:ext cx="1230050" cy="17007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88FD86B8-9FFE-4058-0128-974C8CF44584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3380" y="5757914"/>
            <a:ext cx="568927" cy="786630"/>
          </a:xfrm>
          <a:prstGeom prst="rect">
            <a:avLst/>
          </a:prstGeom>
        </p:spPr>
      </p:pic>
      <p:sp>
        <p:nvSpPr>
          <p:cNvPr id="26" name="Freeform 7">
            <a:extLst>
              <a:ext uri="{FF2B5EF4-FFF2-40B4-BE49-F238E27FC236}">
                <a16:creationId xmlns:a16="http://schemas.microsoft.com/office/drawing/2014/main" id="{087C9EFC-5588-012D-0176-47ADB6336667}"/>
              </a:ext>
            </a:extLst>
          </p:cNvPr>
          <p:cNvSpPr/>
          <p:nvPr/>
        </p:nvSpPr>
        <p:spPr>
          <a:xfrm rot="-5930165">
            <a:off x="12084012" y="18568"/>
            <a:ext cx="1696436" cy="1859108"/>
          </a:xfrm>
          <a:custGeom>
            <a:avLst/>
            <a:gdLst/>
            <a:ahLst/>
            <a:cxnLst/>
            <a:rect l="l" t="t" r="r" b="b"/>
            <a:pathLst>
              <a:path w="2544654" h="2788662">
                <a:moveTo>
                  <a:pt x="0" y="0"/>
                </a:moveTo>
                <a:lnTo>
                  <a:pt x="2544655" y="0"/>
                </a:lnTo>
                <a:lnTo>
                  <a:pt x="2544655" y="2788662"/>
                </a:lnTo>
                <a:lnTo>
                  <a:pt x="0" y="2788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12">
            <a:extLst>
              <a:ext uri="{FF2B5EF4-FFF2-40B4-BE49-F238E27FC236}">
                <a16:creationId xmlns:a16="http://schemas.microsoft.com/office/drawing/2014/main" id="{11E8CC32-765B-B88A-4565-C2D7A8C7344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8" name="Picture 17">
            <a:extLst>
              <a:ext uri="{FF2B5EF4-FFF2-40B4-BE49-F238E27FC236}">
                <a16:creationId xmlns:a16="http://schemas.microsoft.com/office/drawing/2014/main" id="{687F44FD-1CA3-0EC0-2D75-708DCB5CFD6D}"/>
              </a:ext>
            </a:extLst>
          </p:cNvPr>
          <p:cNvPicPr>
            <a:picLocks/>
          </p:cNvPicPr>
          <p:nvPr/>
        </p:nvPicPr>
        <p:blipFill>
          <a:blip r:embed="rId2"/>
          <a:stretch>
            <a:fillRect/>
          </a:stretch>
        </p:blipFill>
        <p:spPr>
          <a:xfrm>
            <a:off x="1797439" y="444221"/>
            <a:ext cx="8631936" cy="5989320"/>
          </a:xfrm>
          <a:prstGeom prst="rect">
            <a:avLst/>
          </a:prstGeom>
        </p:spPr>
      </p:pic>
      <p:sp>
        <p:nvSpPr>
          <p:cNvPr id="19" name="Freeform 2">
            <a:extLst>
              <a:ext uri="{FF2B5EF4-FFF2-40B4-BE49-F238E27FC236}">
                <a16:creationId xmlns:a16="http://schemas.microsoft.com/office/drawing/2014/main" id="{0A4AD880-D0B1-67CD-E705-B2E6E9D20504}"/>
              </a:ext>
            </a:extLst>
          </p:cNvPr>
          <p:cNvSpPr/>
          <p:nvPr/>
        </p:nvSpPr>
        <p:spPr>
          <a:xfrm>
            <a:off x="-8180869" y="3726173"/>
            <a:ext cx="300794" cy="336552"/>
          </a:xfrm>
          <a:custGeom>
            <a:avLst/>
            <a:gdLst/>
            <a:ahLst/>
            <a:cxnLst/>
            <a:rect l="l" t="t" r="r" b="b"/>
            <a:pathLst>
              <a:path w="320847" h="358989">
                <a:moveTo>
                  <a:pt x="0" y="0"/>
                </a:moveTo>
                <a:lnTo>
                  <a:pt x="320847" y="0"/>
                </a:lnTo>
                <a:lnTo>
                  <a:pt x="320847" y="358989"/>
                </a:lnTo>
                <a:lnTo>
                  <a:pt x="0" y="358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88"/>
          </a:p>
        </p:txBody>
      </p:sp>
      <p:sp>
        <p:nvSpPr>
          <p:cNvPr id="20" name="TextBox 16">
            <a:extLst>
              <a:ext uri="{FF2B5EF4-FFF2-40B4-BE49-F238E27FC236}">
                <a16:creationId xmlns:a16="http://schemas.microsoft.com/office/drawing/2014/main" id="{CB443A37-129C-ED2C-40DD-5CF0673167E9}"/>
              </a:ext>
            </a:extLst>
          </p:cNvPr>
          <p:cNvSpPr txBox="1"/>
          <p:nvPr/>
        </p:nvSpPr>
        <p:spPr>
          <a:xfrm>
            <a:off x="-7705751" y="3681525"/>
            <a:ext cx="1551019" cy="375231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3232"/>
              </a:lnSpc>
            </a:pPr>
            <a:r>
              <a:rPr lang="en-US" sz="2308" b="1" dirty="0">
                <a:solidFill>
                  <a:srgbClr val="FFC000"/>
                </a:solidFill>
                <a:latin typeface="Open Sauce Bold"/>
                <a:ea typeface="Open Sauce Bold"/>
                <a:cs typeface="Open Sauce Bold"/>
                <a:sym typeface="Open Sauce Bold"/>
              </a:rPr>
              <a:t>Definition</a:t>
            </a:r>
          </a:p>
        </p:txBody>
      </p:sp>
      <p:sp>
        <p:nvSpPr>
          <p:cNvPr id="21" name="TextBox 17">
            <a:extLst>
              <a:ext uri="{FF2B5EF4-FFF2-40B4-BE49-F238E27FC236}">
                <a16:creationId xmlns:a16="http://schemas.microsoft.com/office/drawing/2014/main" id="{DFFC83E3-54F9-C93C-3337-F74C7D41B364}"/>
              </a:ext>
            </a:extLst>
          </p:cNvPr>
          <p:cNvSpPr txBox="1"/>
          <p:nvPr/>
        </p:nvSpPr>
        <p:spPr>
          <a:xfrm>
            <a:off x="-5819672" y="3761892"/>
            <a:ext cx="5727075" cy="4308872"/>
          </a:xfrm>
          <a:prstGeom prst="rect">
            <a:avLst/>
          </a:prstGeom>
          <a:noFill/>
        </p:spPr>
        <p:txBody>
          <a:bodyPr wrap="square" lIns="0" tIns="0" rIns="0" bIns="0" rtlCol="0" anchor="t">
            <a:spAutoFit/>
          </a:bodyPr>
          <a:lstStyle/>
          <a:p>
            <a:r>
              <a:rPr lang="en-US" sz="2000">
                <a:solidFill>
                  <a:srgbClr val="EDB9DF"/>
                </a:solidFill>
              </a:rPr>
              <a:t>Our project is an interactive educational toy designed to combine </a:t>
            </a:r>
            <a:r>
              <a:rPr lang="en-US" sz="2000">
                <a:solidFill>
                  <a:srgbClr val="B7ECFF"/>
                </a:solidFill>
              </a:rPr>
              <a:t>learning</a:t>
            </a:r>
            <a:r>
              <a:rPr lang="en-US" sz="2000">
                <a:solidFill>
                  <a:srgbClr val="EDB9DF"/>
                </a:solidFill>
              </a:rPr>
              <a:t> and </a:t>
            </a:r>
            <a:r>
              <a:rPr lang="en-US" sz="2000">
                <a:solidFill>
                  <a:srgbClr val="B7ECFF"/>
                </a:solidFill>
              </a:rPr>
              <a:t>entertainment</a:t>
            </a:r>
            <a:r>
              <a:rPr lang="en-US" sz="2000">
                <a:solidFill>
                  <a:srgbClr val="EDB9DF"/>
                </a:solidFill>
              </a:rPr>
              <a:t> for children. The toy encourages kids to solve mathematical questions while interacting with different mechanical systems.</a:t>
            </a:r>
          </a:p>
          <a:p>
            <a:r>
              <a:rPr lang="en-US" sz="2000">
                <a:solidFill>
                  <a:srgbClr val="EDB9DF"/>
                </a:solidFill>
              </a:rPr>
              <a:t>The child is presented with a math question on a display screen. If the answer is correct, a ball is released and moves through the toy's internal pathway. If the answer is incorrect, the ball remains locked, motivating the child to try again and improve their mathematical skills.</a:t>
            </a:r>
          </a:p>
          <a:p>
            <a:r>
              <a:rPr lang="en-US" sz="2000">
                <a:solidFill>
                  <a:srgbClr val="EDB9DF"/>
                </a:solidFill>
              </a:rPr>
              <a:t>This approach helps children practice </a:t>
            </a:r>
            <a:r>
              <a:rPr lang="en-US" sz="2000">
                <a:solidFill>
                  <a:srgbClr val="B7ECFF"/>
                </a:solidFill>
              </a:rPr>
              <a:t>problem-solving</a:t>
            </a:r>
            <a:r>
              <a:rPr lang="en-US" sz="2000">
                <a:solidFill>
                  <a:srgbClr val="EDB9DF"/>
                </a:solidFill>
              </a:rPr>
              <a:t>, </a:t>
            </a:r>
            <a:r>
              <a:rPr lang="en-US" sz="2000">
                <a:solidFill>
                  <a:srgbClr val="B7ECFF"/>
                </a:solidFill>
              </a:rPr>
              <a:t>critical thinking</a:t>
            </a:r>
            <a:r>
              <a:rPr lang="en-US" sz="2000">
                <a:solidFill>
                  <a:srgbClr val="EDB9DF"/>
                </a:solidFill>
              </a:rPr>
              <a:t>, and </a:t>
            </a:r>
            <a:r>
              <a:rPr lang="en-US" sz="2000">
                <a:solidFill>
                  <a:srgbClr val="B7ECFF"/>
                </a:solidFill>
              </a:rPr>
              <a:t>hand-eye coordination </a:t>
            </a:r>
            <a:r>
              <a:rPr lang="en-US" sz="2000">
                <a:solidFill>
                  <a:srgbClr val="EDB9DF"/>
                </a:solidFill>
              </a:rPr>
              <a:t>in an engaging way.</a:t>
            </a:r>
            <a:endParaRPr lang="en-US" sz="2000" dirty="0">
              <a:solidFill>
                <a:srgbClr val="EDB9DF"/>
              </a:solidFill>
            </a:endParaRPr>
          </a:p>
        </p:txBody>
      </p:sp>
      <p:sp>
        <p:nvSpPr>
          <p:cNvPr id="17" name="Freeform 9">
            <a:extLst>
              <a:ext uri="{FF2B5EF4-FFF2-40B4-BE49-F238E27FC236}">
                <a16:creationId xmlns:a16="http://schemas.microsoft.com/office/drawing/2014/main" id="{38E2F4C1-FE54-F47F-0452-389B6F7BA32F}"/>
              </a:ext>
            </a:extLst>
          </p:cNvPr>
          <p:cNvSpPr/>
          <p:nvPr/>
        </p:nvSpPr>
        <p:spPr>
          <a:xfrm rot="3265143" flipH="1">
            <a:off x="13756843" y="-1852591"/>
            <a:ext cx="1761453" cy="1936993"/>
          </a:xfrm>
          <a:custGeom>
            <a:avLst/>
            <a:gdLst/>
            <a:ahLst/>
            <a:cxnLst/>
            <a:rect l="l" t="t" r="r" b="b"/>
            <a:pathLst>
              <a:path w="2642180" h="2905490">
                <a:moveTo>
                  <a:pt x="0" y="0"/>
                </a:moveTo>
                <a:lnTo>
                  <a:pt x="2642180" y="0"/>
                </a:lnTo>
                <a:lnTo>
                  <a:pt x="2642180" y="2905490"/>
                </a:lnTo>
                <a:lnTo>
                  <a:pt x="0" y="290549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24" name="Group 23">
            <a:extLst>
              <a:ext uri="{FF2B5EF4-FFF2-40B4-BE49-F238E27FC236}">
                <a16:creationId xmlns:a16="http://schemas.microsoft.com/office/drawing/2014/main" id="{0E49F7F5-FC7D-0064-E523-86D3122798D9}"/>
              </a:ext>
            </a:extLst>
          </p:cNvPr>
          <p:cNvGrpSpPr/>
          <p:nvPr/>
        </p:nvGrpSpPr>
        <p:grpSpPr>
          <a:xfrm rot="589747">
            <a:off x="-6662510" y="3807932"/>
            <a:ext cx="9588746" cy="11419163"/>
            <a:chOff x="2257173" y="-1204485"/>
            <a:chExt cx="14383119" cy="17128744"/>
          </a:xfrm>
        </p:grpSpPr>
        <p:sp>
          <p:nvSpPr>
            <p:cNvPr id="25" name="Freeform 4">
              <a:extLst>
                <a:ext uri="{FF2B5EF4-FFF2-40B4-BE49-F238E27FC236}">
                  <a16:creationId xmlns:a16="http://schemas.microsoft.com/office/drawing/2014/main" id="{4E8F316B-76DE-5A4D-F609-3B9A99ED27FA}"/>
                </a:ext>
              </a:extLst>
            </p:cNvPr>
            <p:cNvSpPr/>
            <p:nvPr/>
          </p:nvSpPr>
          <p:spPr>
            <a:xfrm rot="21380128">
              <a:off x="2257173" y="-1204485"/>
              <a:ext cx="14383119" cy="17128744"/>
            </a:xfrm>
            <a:custGeom>
              <a:avLst/>
              <a:gdLst/>
              <a:ahLst/>
              <a:cxnLst/>
              <a:rect l="l" t="t" r="r" b="b"/>
              <a:pathLst>
                <a:path w="12092931" h="14769992">
                  <a:moveTo>
                    <a:pt x="0" y="0"/>
                  </a:moveTo>
                  <a:lnTo>
                    <a:pt x="12092930" y="0"/>
                  </a:lnTo>
                  <a:lnTo>
                    <a:pt x="12092930" y="14769992"/>
                  </a:lnTo>
                  <a:lnTo>
                    <a:pt x="0" y="14769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5"/>
              <a:stretch>
                <a:fillRect/>
              </a:stretch>
            </a:blipFill>
          </p:spPr>
          <p:txBody>
            <a:bodyPr/>
            <a:lstStyle/>
            <a:p>
              <a:endParaRPr lang="en-US" sz="1200" dirty="0"/>
            </a:p>
          </p:txBody>
        </p:sp>
        <p:grpSp>
          <p:nvGrpSpPr>
            <p:cNvPr id="26" name="Group 25">
              <a:extLst>
                <a:ext uri="{FF2B5EF4-FFF2-40B4-BE49-F238E27FC236}">
                  <a16:creationId xmlns:a16="http://schemas.microsoft.com/office/drawing/2014/main" id="{5F7768E7-45C8-F273-ED59-50401BC08222}"/>
                </a:ext>
              </a:extLst>
            </p:cNvPr>
            <p:cNvGrpSpPr/>
            <p:nvPr/>
          </p:nvGrpSpPr>
          <p:grpSpPr>
            <a:xfrm>
              <a:off x="5357493" y="1160465"/>
              <a:ext cx="2398463" cy="1140136"/>
              <a:chOff x="5073410" y="1386577"/>
              <a:chExt cx="2851390" cy="1355440"/>
            </a:xfrm>
          </p:grpSpPr>
          <p:sp>
            <p:nvSpPr>
              <p:cNvPr id="29" name="Freeform 8">
                <a:extLst>
                  <a:ext uri="{FF2B5EF4-FFF2-40B4-BE49-F238E27FC236}">
                    <a16:creationId xmlns:a16="http://schemas.microsoft.com/office/drawing/2014/main" id="{216CD938-39DB-DC3F-2D04-F6B17F336E96}"/>
                  </a:ext>
                </a:extLst>
              </p:cNvPr>
              <p:cNvSpPr/>
              <p:nvPr/>
            </p:nvSpPr>
            <p:spPr>
              <a:xfrm>
                <a:off x="5073410" y="1386577"/>
                <a:ext cx="2851390" cy="1144120"/>
              </a:xfrm>
              <a:custGeom>
                <a:avLst/>
                <a:gdLst/>
                <a:ahLst/>
                <a:cxnLst/>
                <a:rect l="l" t="t" r="r" b="b"/>
                <a:pathLst>
                  <a:path w="5614364" h="2252763">
                    <a:moveTo>
                      <a:pt x="0" y="0"/>
                    </a:moveTo>
                    <a:lnTo>
                      <a:pt x="5614364" y="0"/>
                    </a:lnTo>
                    <a:lnTo>
                      <a:pt x="5614364" y="2252763"/>
                    </a:lnTo>
                    <a:lnTo>
                      <a:pt x="0" y="22527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6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 sz="1200" dirty="0"/>
              </a:p>
            </p:txBody>
          </p:sp>
          <p:sp>
            <p:nvSpPr>
              <p:cNvPr id="30" name="TextBox 11">
                <a:extLst>
                  <a:ext uri="{FF2B5EF4-FFF2-40B4-BE49-F238E27FC236}">
                    <a16:creationId xmlns:a16="http://schemas.microsoft.com/office/drawing/2014/main" id="{A6917536-4C39-C5F2-9E89-0A377FD5667E}"/>
                  </a:ext>
                </a:extLst>
              </p:cNvPr>
              <p:cNvSpPr txBox="1"/>
              <p:nvPr/>
            </p:nvSpPr>
            <p:spPr>
              <a:xfrm rot="622474">
                <a:off x="5829647" y="1507114"/>
                <a:ext cx="839253" cy="123490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5374"/>
                  </a:lnSpc>
                </a:pPr>
                <a:r>
                  <a:rPr lang="en-US" sz="5867" spc="-590" dirty="0">
                    <a:solidFill>
                      <a:srgbClr val="000000"/>
                    </a:solidFill>
                    <a:latin typeface="Linotype Feltpen"/>
                    <a:ea typeface="Linotype Feltpen"/>
                    <a:cs typeface="Linotype Feltpen"/>
                    <a:sym typeface="Linotype Feltpen"/>
                  </a:rPr>
                  <a:t>1</a:t>
                </a:r>
              </a:p>
            </p:txBody>
          </p:sp>
        </p:grpSp>
      </p:grpSp>
      <p:sp>
        <p:nvSpPr>
          <p:cNvPr id="16" name="Freeform 5">
            <a:extLst>
              <a:ext uri="{FF2B5EF4-FFF2-40B4-BE49-F238E27FC236}">
                <a16:creationId xmlns:a16="http://schemas.microsoft.com/office/drawing/2014/main" id="{DAEEAF75-BC8C-E7E5-FC29-99AC7B07F841}"/>
              </a:ext>
            </a:extLst>
          </p:cNvPr>
          <p:cNvSpPr/>
          <p:nvPr/>
        </p:nvSpPr>
        <p:spPr>
          <a:xfrm flipV="1">
            <a:off x="-6656894" y="6916337"/>
            <a:ext cx="4469259" cy="2951573"/>
          </a:xfrm>
          <a:custGeom>
            <a:avLst/>
            <a:gdLst/>
            <a:ahLst/>
            <a:cxnLst/>
            <a:rect l="l" t="t" r="r" b="b"/>
            <a:pathLst>
              <a:path w="6703888" h="4427360">
                <a:moveTo>
                  <a:pt x="0" y="4427360"/>
                </a:moveTo>
                <a:lnTo>
                  <a:pt x="6703888" y="4427360"/>
                </a:lnTo>
                <a:lnTo>
                  <a:pt x="6703888" y="0"/>
                </a:lnTo>
                <a:lnTo>
                  <a:pt x="0" y="0"/>
                </a:lnTo>
                <a:lnTo>
                  <a:pt x="0" y="442736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7" name="Freeform 7"/>
          <p:cNvSpPr/>
          <p:nvPr/>
        </p:nvSpPr>
        <p:spPr>
          <a:xfrm rot="-5930165">
            <a:off x="9670647" y="3146527"/>
            <a:ext cx="1696436" cy="1859108"/>
          </a:xfrm>
          <a:custGeom>
            <a:avLst/>
            <a:gdLst/>
            <a:ahLst/>
            <a:cxnLst/>
            <a:rect l="l" t="t" r="r" b="b"/>
            <a:pathLst>
              <a:path w="2544654" h="2788662">
                <a:moveTo>
                  <a:pt x="0" y="0"/>
                </a:moveTo>
                <a:lnTo>
                  <a:pt x="2544655" y="0"/>
                </a:lnTo>
                <a:lnTo>
                  <a:pt x="2544655" y="2788662"/>
                </a:lnTo>
                <a:lnTo>
                  <a:pt x="0" y="2788662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4" name="Freeform 4"/>
          <p:cNvSpPr/>
          <p:nvPr/>
        </p:nvSpPr>
        <p:spPr>
          <a:xfrm>
            <a:off x="3056546" y="246521"/>
            <a:ext cx="9924562" cy="9924562"/>
          </a:xfrm>
          <a:custGeom>
            <a:avLst/>
            <a:gdLst/>
            <a:ahLst/>
            <a:cxnLst/>
            <a:rect l="l" t="t" r="r" b="b"/>
            <a:pathLst>
              <a:path w="14886843" h="14886843">
                <a:moveTo>
                  <a:pt x="0" y="0"/>
                </a:moveTo>
                <a:lnTo>
                  <a:pt x="14886843" y="0"/>
                </a:lnTo>
                <a:lnTo>
                  <a:pt x="14886843" y="14886844"/>
                </a:lnTo>
                <a:lnTo>
                  <a:pt x="0" y="14886844"/>
                </a:lnTo>
                <a:lnTo>
                  <a:pt x="0" y="0"/>
                </a:lnTo>
                <a:close/>
              </a:path>
            </a:pathLst>
          </a:custGeom>
          <a:blipFill>
            <a:blip r:embed="rId9"/>
            <a:stretch>
              <a:fillRect/>
            </a:stretch>
          </a:blipFill>
        </p:spPr>
        <p:txBody>
          <a:bodyPr/>
          <a:lstStyle/>
          <a:p>
            <a:endParaRPr lang="en-US" sz="1200" dirty="0"/>
          </a:p>
        </p:txBody>
      </p:sp>
      <p:sp>
        <p:nvSpPr>
          <p:cNvPr id="12" name="TextBox 12"/>
          <p:cNvSpPr txBox="1"/>
          <p:nvPr/>
        </p:nvSpPr>
        <p:spPr>
          <a:xfrm>
            <a:off x="3371012" y="2290019"/>
            <a:ext cx="5484789" cy="20721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8166"/>
              </a:lnSpc>
            </a:pPr>
            <a:r>
              <a:rPr lang="en-US" sz="6600" b="1" dirty="0"/>
              <a:t>System Operation</a:t>
            </a:r>
            <a:endParaRPr lang="en-US" sz="7200" b="1" spc="-391" dirty="0">
              <a:solidFill>
                <a:srgbClr val="000000"/>
              </a:solidFill>
              <a:latin typeface="Linotype Feltpen"/>
              <a:ea typeface="Linotype Feltpen"/>
              <a:cs typeface="Linotype Feltpen"/>
              <a:sym typeface="Linotype Feltpen"/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F37D5879-3184-F889-77CE-1A27693D27B1}"/>
              </a:ext>
            </a:extLst>
          </p:cNvPr>
          <p:cNvSpPr txBox="1"/>
          <p:nvPr/>
        </p:nvSpPr>
        <p:spPr>
          <a:xfrm>
            <a:off x="-6281069" y="244166"/>
            <a:ext cx="4477009" cy="707886"/>
          </a:xfrm>
          <a:prstGeom prst="rect">
            <a:avLst/>
          </a:prstGeom>
          <a:noFill/>
          <a:effectLst>
            <a:outerShdw blurRad="50800" dist="38100" dir="15300000" sx="110000" sy="110000" algn="br" rotWithShape="0">
              <a:prstClr val="black">
                <a:alpha val="32000"/>
              </a:prstClr>
            </a:outerShd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erebri Bold"/>
              </a:rPr>
              <a:t>PROJECT IDEA</a:t>
            </a:r>
          </a:p>
          <a:p>
            <a:pPr algn="ctr"/>
            <a:endParaRPr lang="en-US" sz="2000" b="1" dirty="0">
              <a:solidFill>
                <a:srgbClr val="FFFFFF"/>
              </a:solidFill>
              <a:latin typeface="Cerebri Bold"/>
            </a:endParaRP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2B3EF55A-C425-8DB1-0603-2106C0975319}"/>
              </a:ext>
            </a:extLst>
          </p:cNvPr>
          <p:cNvCxnSpPr>
            <a:cxnSpLocks/>
          </p:cNvCxnSpPr>
          <p:nvPr/>
        </p:nvCxnSpPr>
        <p:spPr>
          <a:xfrm>
            <a:off x="-5134764" y="652831"/>
            <a:ext cx="218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4" name="TextBox 15">
            <a:extLst>
              <a:ext uri="{FF2B5EF4-FFF2-40B4-BE49-F238E27FC236}">
                <a16:creationId xmlns:a16="http://schemas.microsoft.com/office/drawing/2014/main" id="{2228EE0C-D7FC-16B7-4B20-63F484EB3ECE}"/>
              </a:ext>
            </a:extLst>
          </p:cNvPr>
          <p:cNvSpPr txBox="1"/>
          <p:nvPr/>
        </p:nvSpPr>
        <p:spPr>
          <a:xfrm>
            <a:off x="-5838256" y="825722"/>
            <a:ext cx="5439010" cy="33239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r>
              <a:rPr lang="en-US" sz="7200" b="1" dirty="0">
                <a:solidFill>
                  <a:srgbClr val="FFFFFF"/>
                </a:solidFill>
                <a:latin typeface="Cerebri Bold"/>
                <a:ea typeface="Cerebri Bold"/>
                <a:cs typeface="Cerebri Bold"/>
                <a:sym typeface="Cerebri Bold"/>
              </a:rPr>
              <a:t>What is Space Garden Game?</a:t>
            </a:r>
          </a:p>
        </p:txBody>
      </p:sp>
      <p:pic>
        <p:nvPicPr>
          <p:cNvPr id="32" name="Picture 31">
            <a:extLst>
              <a:ext uri="{FF2B5EF4-FFF2-40B4-BE49-F238E27FC236}">
                <a16:creationId xmlns:a16="http://schemas.microsoft.com/office/drawing/2014/main" id="{5706E0CE-6D6A-7A4B-4E83-0A04C003B946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055553" y="13021"/>
            <a:ext cx="2384568" cy="3152282"/>
          </a:xfrm>
          <a:prstGeom prst="rect">
            <a:avLst/>
          </a:prstGeom>
        </p:spPr>
      </p:pic>
      <p:sp>
        <p:nvSpPr>
          <p:cNvPr id="36" name="Freeform 3">
            <a:extLst>
              <a:ext uri="{FF2B5EF4-FFF2-40B4-BE49-F238E27FC236}">
                <a16:creationId xmlns:a16="http://schemas.microsoft.com/office/drawing/2014/main" id="{452D700A-C1C1-58B9-AD16-E9265EA61072}"/>
              </a:ext>
            </a:extLst>
          </p:cNvPr>
          <p:cNvSpPr/>
          <p:nvPr/>
        </p:nvSpPr>
        <p:spPr>
          <a:xfrm rot="-7305844">
            <a:off x="6985080" y="693098"/>
            <a:ext cx="9268374" cy="2333021"/>
          </a:xfrm>
          <a:custGeom>
            <a:avLst/>
            <a:gdLst/>
            <a:ahLst/>
            <a:cxnLst/>
            <a:rect l="l" t="t" r="r" b="b"/>
            <a:pathLst>
              <a:path w="8054286" h="2114250">
                <a:moveTo>
                  <a:pt x="0" y="0"/>
                </a:moveTo>
                <a:lnTo>
                  <a:pt x="8054286" y="0"/>
                </a:lnTo>
                <a:lnTo>
                  <a:pt x="8054286" y="2114250"/>
                </a:lnTo>
                <a:lnTo>
                  <a:pt x="0" y="2114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88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Rectangle 19">
            <a:extLst>
              <a:ext uri="{FF2B5EF4-FFF2-40B4-BE49-F238E27FC236}">
                <a16:creationId xmlns:a16="http://schemas.microsoft.com/office/drawing/2014/main" id="{FEC6F782-FDBE-4D04-2E1F-FE063EBE2846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8" name="Freeform 3">
            <a:extLst>
              <a:ext uri="{FF2B5EF4-FFF2-40B4-BE49-F238E27FC236}">
                <a16:creationId xmlns:a16="http://schemas.microsoft.com/office/drawing/2014/main" id="{67ABC83B-B515-9065-C716-1F600D171227}"/>
              </a:ext>
            </a:extLst>
          </p:cNvPr>
          <p:cNvSpPr/>
          <p:nvPr/>
        </p:nvSpPr>
        <p:spPr>
          <a:xfrm>
            <a:off x="6266027" y="2820436"/>
            <a:ext cx="358086" cy="153933"/>
          </a:xfrm>
          <a:custGeom>
            <a:avLst/>
            <a:gdLst/>
            <a:ahLst/>
            <a:cxnLst/>
            <a:rect l="l" t="t" r="r" b="b"/>
            <a:pathLst>
              <a:path w="12942129" h="9258300">
                <a:moveTo>
                  <a:pt x="0" y="0"/>
                </a:moveTo>
                <a:lnTo>
                  <a:pt x="12942128" y="0"/>
                </a:lnTo>
                <a:lnTo>
                  <a:pt x="1294212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3" name="Freeform 3" hidden="1"/>
          <p:cNvSpPr/>
          <p:nvPr/>
        </p:nvSpPr>
        <p:spPr>
          <a:xfrm flipH="1">
            <a:off x="8603223" y="0"/>
            <a:ext cx="3588777" cy="2370088"/>
          </a:xfrm>
          <a:custGeom>
            <a:avLst/>
            <a:gdLst/>
            <a:ahLst/>
            <a:cxnLst/>
            <a:rect l="l" t="t" r="r" b="b"/>
            <a:pathLst>
              <a:path w="5383166" h="3555132">
                <a:moveTo>
                  <a:pt x="5383166" y="0"/>
                </a:moveTo>
                <a:lnTo>
                  <a:pt x="0" y="0"/>
                </a:lnTo>
                <a:lnTo>
                  <a:pt x="0" y="3555132"/>
                </a:lnTo>
                <a:lnTo>
                  <a:pt x="5383166" y="3555132"/>
                </a:lnTo>
                <a:lnTo>
                  <a:pt x="5383166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37" name="Group 36">
            <a:extLst>
              <a:ext uri="{FF2B5EF4-FFF2-40B4-BE49-F238E27FC236}">
                <a16:creationId xmlns:a16="http://schemas.microsoft.com/office/drawing/2014/main" id="{E3E77285-9720-3E93-89F0-FAAC89F7204E}"/>
              </a:ext>
            </a:extLst>
          </p:cNvPr>
          <p:cNvGrpSpPr/>
          <p:nvPr/>
        </p:nvGrpSpPr>
        <p:grpSpPr>
          <a:xfrm>
            <a:off x="1504782" y="-802990"/>
            <a:ext cx="9588746" cy="11419163"/>
            <a:chOff x="2257173" y="-1204485"/>
            <a:chExt cx="14383119" cy="17128744"/>
          </a:xfrm>
        </p:grpSpPr>
        <p:sp>
          <p:nvSpPr>
            <p:cNvPr id="4" name="Freeform 4"/>
            <p:cNvSpPr/>
            <p:nvPr/>
          </p:nvSpPr>
          <p:spPr>
            <a:xfrm rot="21380128">
              <a:off x="2257173" y="-1204485"/>
              <a:ext cx="14383119" cy="17128744"/>
            </a:xfrm>
            <a:custGeom>
              <a:avLst/>
              <a:gdLst/>
              <a:ahLst/>
              <a:cxnLst/>
              <a:rect l="l" t="t" r="r" b="b"/>
              <a:pathLst>
                <a:path w="12092931" h="14769992">
                  <a:moveTo>
                    <a:pt x="0" y="0"/>
                  </a:moveTo>
                  <a:lnTo>
                    <a:pt x="12092930" y="0"/>
                  </a:lnTo>
                  <a:lnTo>
                    <a:pt x="12092930" y="14769992"/>
                  </a:lnTo>
                  <a:lnTo>
                    <a:pt x="0" y="14769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/>
              <a:stretch>
                <a:fillRect/>
              </a:stretch>
            </a:blipFill>
          </p:spPr>
          <p:txBody>
            <a:bodyPr/>
            <a:lstStyle/>
            <a:p>
              <a:endParaRPr lang="en-US" sz="1200" dirty="0"/>
            </a:p>
          </p:txBody>
        </p:sp>
        <p:grpSp>
          <p:nvGrpSpPr>
            <p:cNvPr id="21" name="Group 20">
              <a:extLst>
                <a:ext uri="{FF2B5EF4-FFF2-40B4-BE49-F238E27FC236}">
                  <a16:creationId xmlns:a16="http://schemas.microsoft.com/office/drawing/2014/main" id="{B291F5DF-8920-740E-385E-449314B63541}"/>
                </a:ext>
              </a:extLst>
            </p:cNvPr>
            <p:cNvGrpSpPr/>
            <p:nvPr/>
          </p:nvGrpSpPr>
          <p:grpSpPr>
            <a:xfrm>
              <a:off x="5357493" y="1160465"/>
              <a:ext cx="2398463" cy="1140135"/>
              <a:chOff x="5073410" y="1386577"/>
              <a:chExt cx="2851390" cy="1355439"/>
            </a:xfrm>
          </p:grpSpPr>
          <p:sp>
            <p:nvSpPr>
              <p:cNvPr id="8" name="Freeform 8"/>
              <p:cNvSpPr/>
              <p:nvPr/>
            </p:nvSpPr>
            <p:spPr>
              <a:xfrm>
                <a:off x="5073410" y="1386577"/>
                <a:ext cx="2851390" cy="1144120"/>
              </a:xfrm>
              <a:custGeom>
                <a:avLst/>
                <a:gdLst/>
                <a:ahLst/>
                <a:cxnLst/>
                <a:rect l="l" t="t" r="r" b="b"/>
                <a:pathLst>
                  <a:path w="5614364" h="2252763">
                    <a:moveTo>
                      <a:pt x="0" y="0"/>
                    </a:moveTo>
                    <a:lnTo>
                      <a:pt x="5614364" y="0"/>
                    </a:lnTo>
                    <a:lnTo>
                      <a:pt x="5614364" y="2252763"/>
                    </a:lnTo>
                    <a:lnTo>
                      <a:pt x="0" y="22527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5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 sz="1200" dirty="0"/>
              </a:p>
            </p:txBody>
          </p:sp>
          <p:sp>
            <p:nvSpPr>
              <p:cNvPr id="11" name="TextBox 11"/>
              <p:cNvSpPr txBox="1"/>
              <p:nvPr/>
            </p:nvSpPr>
            <p:spPr>
              <a:xfrm rot="622474">
                <a:off x="5829646" y="1507113"/>
                <a:ext cx="839253" cy="123490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5374"/>
                  </a:lnSpc>
                </a:pPr>
                <a:r>
                  <a:rPr lang="en-US" sz="5867" spc="-590" dirty="0">
                    <a:solidFill>
                      <a:srgbClr val="000000"/>
                    </a:solidFill>
                    <a:latin typeface="Linotype Feltpen"/>
                    <a:ea typeface="Linotype Feltpen"/>
                    <a:cs typeface="Linotype Feltpen"/>
                    <a:sym typeface="Linotype Feltpen"/>
                  </a:rPr>
                  <a:t>1</a:t>
                </a:r>
              </a:p>
            </p:txBody>
          </p:sp>
        </p:grpSp>
        <p:sp>
          <p:nvSpPr>
            <p:cNvPr id="25" name="TextBox 24">
              <a:extLst>
                <a:ext uri="{FF2B5EF4-FFF2-40B4-BE49-F238E27FC236}">
                  <a16:creationId xmlns:a16="http://schemas.microsoft.com/office/drawing/2014/main" id="{9C7B3D09-BD3C-5BB3-C7BC-2270BB004DB9}"/>
                </a:ext>
              </a:extLst>
            </p:cNvPr>
            <p:cNvSpPr txBox="1"/>
            <p:nvPr/>
          </p:nvSpPr>
          <p:spPr>
            <a:xfrm rot="428814">
              <a:off x="4454538" y="2719191"/>
              <a:ext cx="9980153" cy="630441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sz="2000" b="1" dirty="0"/>
                <a:t>A math question appears on the display. 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sz="2000" b="1" dirty="0"/>
                <a:t>The child enters an answer.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sz="2000" b="1" dirty="0"/>
                <a:t>The Arduino checks the answer.</a:t>
              </a:r>
            </a:p>
            <a:p>
              <a:pPr marL="342900" indent="-342900">
                <a:lnSpc>
                  <a:spcPct val="150000"/>
                </a:lnSpc>
                <a:buAutoNum type="arabicPeriod"/>
              </a:pPr>
              <a:r>
                <a:rPr lang="en-US" sz="2000" b="1" dirty="0"/>
                <a:t>If the answer is correct: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b="1" dirty="0"/>
                <a:t>The ball is released.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b="1" dirty="0"/>
                <a:t>The ball passes through three different mechanisms.</a:t>
              </a:r>
            </a:p>
            <a:p>
              <a:pPr>
                <a:lnSpc>
                  <a:spcPct val="150000"/>
                </a:lnSpc>
              </a:pPr>
              <a:r>
                <a:rPr lang="en-US" sz="2000" b="1" dirty="0"/>
                <a:t>5.   If the answer is incorrect: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b="1" dirty="0"/>
                <a:t>The ball is not released.</a:t>
              </a:r>
            </a:p>
            <a:p>
              <a:pPr marL="285750" indent="-285750">
                <a:lnSpc>
                  <a:spcPct val="150000"/>
                </a:lnSpc>
                <a:buFont typeface="Arial" panose="020B0604020202020204" pitchFamily="34" charset="0"/>
                <a:buChar char="•"/>
              </a:pPr>
              <a:r>
                <a:rPr lang="en-US" sz="2000" b="1" dirty="0"/>
                <a:t>A new attempt is required.</a:t>
              </a:r>
            </a:p>
          </p:txBody>
        </p:sp>
      </p:grpSp>
      <p:sp>
        <p:nvSpPr>
          <p:cNvPr id="5" name="Freeform 5"/>
          <p:cNvSpPr/>
          <p:nvPr/>
        </p:nvSpPr>
        <p:spPr>
          <a:xfrm flipV="1">
            <a:off x="0" y="3906427"/>
            <a:ext cx="4469259" cy="2951573"/>
          </a:xfrm>
          <a:custGeom>
            <a:avLst/>
            <a:gdLst/>
            <a:ahLst/>
            <a:cxnLst/>
            <a:rect l="l" t="t" r="r" b="b"/>
            <a:pathLst>
              <a:path w="6703888" h="4427360">
                <a:moveTo>
                  <a:pt x="0" y="4427360"/>
                </a:moveTo>
                <a:lnTo>
                  <a:pt x="6703888" y="4427360"/>
                </a:lnTo>
                <a:lnTo>
                  <a:pt x="6703888" y="0"/>
                </a:lnTo>
                <a:lnTo>
                  <a:pt x="0" y="0"/>
                </a:lnTo>
                <a:lnTo>
                  <a:pt x="0" y="442736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" name="Freeform 6"/>
          <p:cNvSpPr/>
          <p:nvPr/>
        </p:nvSpPr>
        <p:spPr>
          <a:xfrm rot="9273502">
            <a:off x="-558784" y="-245234"/>
            <a:ext cx="2904306" cy="2904306"/>
          </a:xfrm>
          <a:custGeom>
            <a:avLst/>
            <a:gdLst/>
            <a:ahLst/>
            <a:cxnLst/>
            <a:rect l="l" t="t" r="r" b="b"/>
            <a:pathLst>
              <a:path w="4356459" h="4356459">
                <a:moveTo>
                  <a:pt x="0" y="0"/>
                </a:moveTo>
                <a:lnTo>
                  <a:pt x="4356458" y="0"/>
                </a:lnTo>
                <a:lnTo>
                  <a:pt x="4356458" y="4356459"/>
                </a:lnTo>
                <a:lnTo>
                  <a:pt x="0" y="435645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 dirty="0"/>
          </a:p>
        </p:txBody>
      </p:sp>
      <p:sp>
        <p:nvSpPr>
          <p:cNvPr id="9" name="Freeform 9"/>
          <p:cNvSpPr/>
          <p:nvPr/>
        </p:nvSpPr>
        <p:spPr>
          <a:xfrm rot="3265143" flipH="1">
            <a:off x="9219241" y="-517497"/>
            <a:ext cx="1761453" cy="1936993"/>
          </a:xfrm>
          <a:custGeom>
            <a:avLst/>
            <a:gdLst/>
            <a:ahLst/>
            <a:cxnLst/>
            <a:rect l="l" t="t" r="r" b="b"/>
            <a:pathLst>
              <a:path w="2642180" h="2905490">
                <a:moveTo>
                  <a:pt x="0" y="0"/>
                </a:moveTo>
                <a:lnTo>
                  <a:pt x="2642180" y="0"/>
                </a:lnTo>
                <a:lnTo>
                  <a:pt x="2642180" y="2905490"/>
                </a:lnTo>
                <a:lnTo>
                  <a:pt x="0" y="2905490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10" name="Freeform 10"/>
          <p:cNvSpPr/>
          <p:nvPr/>
        </p:nvSpPr>
        <p:spPr>
          <a:xfrm>
            <a:off x="903970" y="3906427"/>
            <a:ext cx="1462405" cy="1602636"/>
          </a:xfrm>
          <a:custGeom>
            <a:avLst/>
            <a:gdLst/>
            <a:ahLst/>
            <a:cxnLst/>
            <a:rect l="l" t="t" r="r" b="b"/>
            <a:pathLst>
              <a:path w="2193608" h="2403954">
                <a:moveTo>
                  <a:pt x="0" y="0"/>
                </a:moveTo>
                <a:lnTo>
                  <a:pt x="2193608" y="0"/>
                </a:lnTo>
                <a:lnTo>
                  <a:pt x="2193608" y="2403955"/>
                </a:lnTo>
                <a:lnTo>
                  <a:pt x="0" y="2403955"/>
                </a:lnTo>
                <a:lnTo>
                  <a:pt x="0" y="0"/>
                </a:lnTo>
                <a:close/>
              </a:path>
            </a:pathLst>
          </a:custGeom>
          <a:blipFill>
            <a:blip r:embed="rId8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26" name="TextBox 12">
            <a:extLst>
              <a:ext uri="{FF2B5EF4-FFF2-40B4-BE49-F238E27FC236}">
                <a16:creationId xmlns:a16="http://schemas.microsoft.com/office/drawing/2014/main" id="{6CCD9488-8C26-8229-FB3C-5E8A666ACF00}"/>
              </a:ext>
            </a:extLst>
          </p:cNvPr>
          <p:cNvSpPr txBox="1"/>
          <p:nvPr/>
        </p:nvSpPr>
        <p:spPr>
          <a:xfrm>
            <a:off x="754196" y="1187484"/>
            <a:ext cx="1760510" cy="55399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/>
            <a:r>
              <a:rPr lang="en-US" b="1" dirty="0"/>
              <a:t>System</a:t>
            </a:r>
            <a:endParaRPr lang="ar-EG" b="1" dirty="0"/>
          </a:p>
          <a:p>
            <a:pPr algn="ctr"/>
            <a:r>
              <a:rPr lang="en-US" b="1" dirty="0"/>
              <a:t>Operation</a:t>
            </a:r>
            <a:endParaRPr lang="en-US" sz="2000" b="1" spc="-391" dirty="0">
              <a:solidFill>
                <a:srgbClr val="000000"/>
              </a:solidFill>
              <a:latin typeface="Linotype Feltpen"/>
              <a:ea typeface="Linotype Feltpen"/>
              <a:cs typeface="Linotype Feltpen"/>
              <a:sym typeface="Linotype Feltpen"/>
            </a:endParaRPr>
          </a:p>
        </p:txBody>
      </p:sp>
      <p:sp>
        <p:nvSpPr>
          <p:cNvPr id="17" name="Freeform 3">
            <a:extLst>
              <a:ext uri="{FF2B5EF4-FFF2-40B4-BE49-F238E27FC236}">
                <a16:creationId xmlns:a16="http://schemas.microsoft.com/office/drawing/2014/main" id="{0EFE6C71-11C2-AC45-2DD0-19F4AC019020}"/>
              </a:ext>
            </a:extLst>
          </p:cNvPr>
          <p:cNvSpPr/>
          <p:nvPr/>
        </p:nvSpPr>
        <p:spPr>
          <a:xfrm rot="13208024">
            <a:off x="8060040" y="-646080"/>
            <a:ext cx="9268374" cy="2333021"/>
          </a:xfrm>
          <a:custGeom>
            <a:avLst/>
            <a:gdLst/>
            <a:ahLst/>
            <a:cxnLst/>
            <a:rect l="l" t="t" r="r" b="b"/>
            <a:pathLst>
              <a:path w="8054286" h="2114250">
                <a:moveTo>
                  <a:pt x="0" y="0"/>
                </a:moveTo>
                <a:lnTo>
                  <a:pt x="8054286" y="0"/>
                </a:lnTo>
                <a:lnTo>
                  <a:pt x="8054286" y="2114250"/>
                </a:lnTo>
                <a:lnTo>
                  <a:pt x="0" y="2114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88"/>
          </a:p>
        </p:txBody>
      </p:sp>
      <p:pic>
        <p:nvPicPr>
          <p:cNvPr id="22" name="Picture 21">
            <a:extLst>
              <a:ext uri="{FF2B5EF4-FFF2-40B4-BE49-F238E27FC236}">
                <a16:creationId xmlns:a16="http://schemas.microsoft.com/office/drawing/2014/main" id="{675D1A95-B2DF-4ABE-BF8E-6A24884FBD3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859043" y="4157483"/>
            <a:ext cx="2384568" cy="3152282"/>
          </a:xfrm>
          <a:prstGeom prst="rect">
            <a:avLst/>
          </a:prstGeom>
        </p:spPr>
      </p:pic>
      <p:pic>
        <p:nvPicPr>
          <p:cNvPr id="27" name="Picture 26">
            <a:extLst>
              <a:ext uri="{FF2B5EF4-FFF2-40B4-BE49-F238E27FC236}">
                <a16:creationId xmlns:a16="http://schemas.microsoft.com/office/drawing/2014/main" id="{CCD21EE3-21BD-D5F3-2798-DE4628B2168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857297">
            <a:off x="-333417" y="5707728"/>
            <a:ext cx="1348923" cy="1796355"/>
          </a:xfrm>
          <a:prstGeom prst="rect">
            <a:avLst/>
          </a:prstGeom>
        </p:spPr>
      </p:pic>
      <p:pic>
        <p:nvPicPr>
          <p:cNvPr id="30" name="Picture 29">
            <a:extLst>
              <a:ext uri="{FF2B5EF4-FFF2-40B4-BE49-F238E27FC236}">
                <a16:creationId xmlns:a16="http://schemas.microsoft.com/office/drawing/2014/main" id="{84A59343-DE4E-8D10-77F7-0AD5B8FA24A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61881" y="5442768"/>
            <a:ext cx="1230050" cy="1700733"/>
          </a:xfrm>
          <a:prstGeom prst="rect">
            <a:avLst/>
          </a:prstGeom>
        </p:spPr>
      </p:pic>
      <p:pic>
        <p:nvPicPr>
          <p:cNvPr id="31" name="Picture 30">
            <a:extLst>
              <a:ext uri="{FF2B5EF4-FFF2-40B4-BE49-F238E27FC236}">
                <a16:creationId xmlns:a16="http://schemas.microsoft.com/office/drawing/2014/main" id="{F1F7C6B2-4E47-D28A-0F3C-DF0AF38154C3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922182" y="5891892"/>
            <a:ext cx="841135" cy="1162998"/>
          </a:xfrm>
          <a:prstGeom prst="rect">
            <a:avLst/>
          </a:prstGeom>
        </p:spPr>
      </p:pic>
      <p:pic>
        <p:nvPicPr>
          <p:cNvPr id="32" name="Picture 31">
            <a:extLst>
              <a:ext uri="{FF2B5EF4-FFF2-40B4-BE49-F238E27FC236}">
                <a16:creationId xmlns:a16="http://schemas.microsoft.com/office/drawing/2014/main" id="{A0E60CC4-9EFF-CFA4-9AE2-7FA66B8F772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310270" y="6360406"/>
            <a:ext cx="719766" cy="995187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591595E-57E6-AB29-AE76-44C0B46AF60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1E07A68-F027-0797-1E8C-448CF26E174A}"/>
              </a:ext>
            </a:extLst>
          </p:cNvPr>
          <p:cNvSpPr/>
          <p:nvPr/>
        </p:nvSpPr>
        <p:spPr>
          <a:xfrm>
            <a:off x="-81544" y="0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Freeform 3">
            <a:extLst>
              <a:ext uri="{FF2B5EF4-FFF2-40B4-BE49-F238E27FC236}">
                <a16:creationId xmlns:a16="http://schemas.microsoft.com/office/drawing/2014/main" id="{8B015FEC-F6BB-B11A-630F-56400E0AEB8F}"/>
              </a:ext>
            </a:extLst>
          </p:cNvPr>
          <p:cNvSpPr/>
          <p:nvPr/>
        </p:nvSpPr>
        <p:spPr>
          <a:xfrm rot="2817233">
            <a:off x="-4853950" y="5567080"/>
            <a:ext cx="6640855" cy="4750612"/>
          </a:xfrm>
          <a:custGeom>
            <a:avLst/>
            <a:gdLst/>
            <a:ahLst/>
            <a:cxnLst/>
            <a:rect l="l" t="t" r="r" b="b"/>
            <a:pathLst>
              <a:path w="12942129" h="9258300">
                <a:moveTo>
                  <a:pt x="0" y="0"/>
                </a:moveTo>
                <a:lnTo>
                  <a:pt x="12942128" y="0"/>
                </a:lnTo>
                <a:lnTo>
                  <a:pt x="1294212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987FFE80-C731-D31D-87B2-52E832B416E1}"/>
              </a:ext>
            </a:extLst>
          </p:cNvPr>
          <p:cNvSpPr/>
          <p:nvPr/>
        </p:nvSpPr>
        <p:spPr>
          <a:xfrm>
            <a:off x="-4667376" y="3454855"/>
            <a:ext cx="2736040" cy="636519"/>
          </a:xfrm>
          <a:prstGeom prst="roundRect">
            <a:avLst>
              <a:gd name="adj" fmla="val 33128"/>
            </a:avLst>
          </a:prstGeom>
          <a:solidFill>
            <a:srgbClr val="7014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84FA9CD-693D-CB7C-BE05-52DBEDB3E741}"/>
              </a:ext>
            </a:extLst>
          </p:cNvPr>
          <p:cNvSpPr/>
          <p:nvPr/>
        </p:nvSpPr>
        <p:spPr>
          <a:xfrm rot="-7305844">
            <a:off x="4866707" y="2155017"/>
            <a:ext cx="9268374" cy="2333021"/>
          </a:xfrm>
          <a:custGeom>
            <a:avLst/>
            <a:gdLst/>
            <a:ahLst/>
            <a:cxnLst/>
            <a:rect l="l" t="t" r="r" b="b"/>
            <a:pathLst>
              <a:path w="8054286" h="2114250">
                <a:moveTo>
                  <a:pt x="0" y="0"/>
                </a:moveTo>
                <a:lnTo>
                  <a:pt x="8054286" y="0"/>
                </a:lnTo>
                <a:lnTo>
                  <a:pt x="8054286" y="2114250"/>
                </a:lnTo>
                <a:lnTo>
                  <a:pt x="0" y="2114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88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AFA03BE9-66F3-F493-9209-9A6EB2715106}"/>
              </a:ext>
            </a:extLst>
          </p:cNvPr>
          <p:cNvSpPr txBox="1"/>
          <p:nvPr/>
        </p:nvSpPr>
        <p:spPr>
          <a:xfrm>
            <a:off x="1092199" y="631898"/>
            <a:ext cx="3652655" cy="221599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erebri Bold"/>
                <a:ea typeface="Cerebri Bold"/>
                <a:cs typeface="Cerebri Bold"/>
                <a:sym typeface="Cerebri Bold"/>
              </a:rPr>
              <a:t>System Architecture Overview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20325B35-B890-6B8F-3F2E-920D9FDA0BB5}"/>
              </a:ext>
            </a:extLst>
          </p:cNvPr>
          <p:cNvSpPr/>
          <p:nvPr/>
        </p:nvSpPr>
        <p:spPr>
          <a:xfrm>
            <a:off x="341045" y="3436562"/>
            <a:ext cx="300794" cy="336552"/>
          </a:xfrm>
          <a:custGeom>
            <a:avLst/>
            <a:gdLst/>
            <a:ahLst/>
            <a:cxnLst/>
            <a:rect l="l" t="t" r="r" b="b"/>
            <a:pathLst>
              <a:path w="320847" h="358989">
                <a:moveTo>
                  <a:pt x="0" y="0"/>
                </a:moveTo>
                <a:lnTo>
                  <a:pt x="320847" y="0"/>
                </a:lnTo>
                <a:lnTo>
                  <a:pt x="320847" y="358989"/>
                </a:lnTo>
                <a:lnTo>
                  <a:pt x="0" y="358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88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FB8A44AD-E9CD-D9C5-DF2A-4D7321A3751F}"/>
              </a:ext>
            </a:extLst>
          </p:cNvPr>
          <p:cNvSpPr txBox="1"/>
          <p:nvPr/>
        </p:nvSpPr>
        <p:spPr>
          <a:xfrm>
            <a:off x="-1146305" y="244166"/>
            <a:ext cx="4477009" cy="400110"/>
          </a:xfrm>
          <a:prstGeom prst="rect">
            <a:avLst/>
          </a:prstGeom>
          <a:noFill/>
          <a:effectLst>
            <a:outerShdw blurRad="50800" dist="38100" dir="15300000" sx="110000" sy="110000" algn="br" rotWithShape="0">
              <a:prstClr val="black">
                <a:alpha val="32000"/>
              </a:prstClr>
            </a:outerShd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erebri Bold"/>
              </a:rPr>
              <a:t>PROJECT IDEA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88DC2E0E-3282-03B4-72B9-F0A1250280B2}"/>
              </a:ext>
            </a:extLst>
          </p:cNvPr>
          <p:cNvCxnSpPr>
            <a:cxnSpLocks/>
          </p:cNvCxnSpPr>
          <p:nvPr/>
        </p:nvCxnSpPr>
        <p:spPr>
          <a:xfrm>
            <a:off x="0" y="652831"/>
            <a:ext cx="218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4">
            <a:extLst>
              <a:ext uri="{FF2B5EF4-FFF2-40B4-BE49-F238E27FC236}">
                <a16:creationId xmlns:a16="http://schemas.microsoft.com/office/drawing/2014/main" id="{43397ABD-C75E-0388-F5E7-9005E4EC7D2A}"/>
              </a:ext>
            </a:extLst>
          </p:cNvPr>
          <p:cNvSpPr/>
          <p:nvPr/>
        </p:nvSpPr>
        <p:spPr>
          <a:xfrm>
            <a:off x="13196967" y="11695538"/>
            <a:ext cx="2539157" cy="2539157"/>
          </a:xfrm>
          <a:custGeom>
            <a:avLst/>
            <a:gdLst/>
            <a:ahLst/>
            <a:cxnLst/>
            <a:rect l="l" t="t" r="r" b="b"/>
            <a:pathLst>
              <a:path w="14886843" h="14886843">
                <a:moveTo>
                  <a:pt x="0" y="0"/>
                </a:moveTo>
                <a:lnTo>
                  <a:pt x="14886843" y="0"/>
                </a:lnTo>
                <a:lnTo>
                  <a:pt x="14886843" y="14886844"/>
                </a:lnTo>
                <a:lnTo>
                  <a:pt x="0" y="148868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sz="1200" dirty="0"/>
          </a:p>
        </p:txBody>
      </p:sp>
      <p:sp>
        <p:nvSpPr>
          <p:cNvPr id="64" name="Freeform 10">
            <a:extLst>
              <a:ext uri="{FF2B5EF4-FFF2-40B4-BE49-F238E27FC236}">
                <a16:creationId xmlns:a16="http://schemas.microsoft.com/office/drawing/2014/main" id="{E832F3C0-9D5A-3439-9462-FF38F3CB3639}"/>
              </a:ext>
            </a:extLst>
          </p:cNvPr>
          <p:cNvSpPr/>
          <p:nvPr/>
        </p:nvSpPr>
        <p:spPr>
          <a:xfrm rot="1919835" flipH="1">
            <a:off x="-8729436" y="-1998401"/>
            <a:ext cx="6259577" cy="4013954"/>
          </a:xfrm>
          <a:custGeom>
            <a:avLst/>
            <a:gdLst/>
            <a:ahLst/>
            <a:cxnLst/>
            <a:rect l="l" t="t" r="r" b="b"/>
            <a:pathLst>
              <a:path w="9389366" h="6020931">
                <a:moveTo>
                  <a:pt x="9389366" y="0"/>
                </a:moveTo>
                <a:lnTo>
                  <a:pt x="0" y="0"/>
                </a:lnTo>
                <a:lnTo>
                  <a:pt x="0" y="6020931"/>
                </a:lnTo>
                <a:lnTo>
                  <a:pt x="9389366" y="6020931"/>
                </a:lnTo>
                <a:lnTo>
                  <a:pt x="938936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5" name="Freeform 11">
            <a:extLst>
              <a:ext uri="{FF2B5EF4-FFF2-40B4-BE49-F238E27FC236}">
                <a16:creationId xmlns:a16="http://schemas.microsoft.com/office/drawing/2014/main" id="{E87CE1DB-9D1A-39A2-54D5-4890FE1D8AE7}"/>
              </a:ext>
            </a:extLst>
          </p:cNvPr>
          <p:cNvSpPr/>
          <p:nvPr/>
        </p:nvSpPr>
        <p:spPr>
          <a:xfrm rot="-253929">
            <a:off x="-4012665" y="-1937805"/>
            <a:ext cx="1842376" cy="1553737"/>
          </a:xfrm>
          <a:custGeom>
            <a:avLst/>
            <a:gdLst/>
            <a:ahLst/>
            <a:cxnLst/>
            <a:rect l="l" t="t" r="r" b="b"/>
            <a:pathLst>
              <a:path w="2763564" h="2330606">
                <a:moveTo>
                  <a:pt x="0" y="0"/>
                </a:moveTo>
                <a:lnTo>
                  <a:pt x="2763564" y="0"/>
                </a:lnTo>
                <a:lnTo>
                  <a:pt x="2763564" y="2330605"/>
                </a:lnTo>
                <a:lnTo>
                  <a:pt x="0" y="23306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B7C35ACD-BE0D-60E2-FDC8-FF7CE5FC7626}"/>
              </a:ext>
            </a:extLst>
          </p:cNvPr>
          <p:cNvGrpSpPr/>
          <p:nvPr/>
        </p:nvGrpSpPr>
        <p:grpSpPr>
          <a:xfrm rot="589747">
            <a:off x="-8861859" y="8056627"/>
            <a:ext cx="9588746" cy="11419163"/>
            <a:chOff x="2257173" y="-1204485"/>
            <a:chExt cx="14383119" cy="17128744"/>
          </a:xfrm>
        </p:grpSpPr>
        <p:sp>
          <p:nvSpPr>
            <p:cNvPr id="67" name="Freeform 4">
              <a:extLst>
                <a:ext uri="{FF2B5EF4-FFF2-40B4-BE49-F238E27FC236}">
                  <a16:creationId xmlns:a16="http://schemas.microsoft.com/office/drawing/2014/main" id="{D81FB09A-F505-A4D5-3D97-E094CD628674}"/>
                </a:ext>
              </a:extLst>
            </p:cNvPr>
            <p:cNvSpPr/>
            <p:nvPr/>
          </p:nvSpPr>
          <p:spPr>
            <a:xfrm rot="21380128">
              <a:off x="2257173" y="-1204485"/>
              <a:ext cx="14383119" cy="17128744"/>
            </a:xfrm>
            <a:custGeom>
              <a:avLst/>
              <a:gdLst/>
              <a:ahLst/>
              <a:cxnLst/>
              <a:rect l="l" t="t" r="r" b="b"/>
              <a:pathLst>
                <a:path w="12092931" h="14769992">
                  <a:moveTo>
                    <a:pt x="0" y="0"/>
                  </a:moveTo>
                  <a:lnTo>
                    <a:pt x="12092930" y="0"/>
                  </a:lnTo>
                  <a:lnTo>
                    <a:pt x="12092930" y="14769992"/>
                  </a:lnTo>
                  <a:lnTo>
                    <a:pt x="0" y="14769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 sz="12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FC71AB0E-F4EB-B957-6F6B-9A13254D2F91}"/>
                </a:ext>
              </a:extLst>
            </p:cNvPr>
            <p:cNvGrpSpPr/>
            <p:nvPr/>
          </p:nvGrpSpPr>
          <p:grpSpPr>
            <a:xfrm>
              <a:off x="5357493" y="1160465"/>
              <a:ext cx="2398463" cy="1140136"/>
              <a:chOff x="5073410" y="1386577"/>
              <a:chExt cx="2851390" cy="1355440"/>
            </a:xfrm>
          </p:grpSpPr>
          <p:sp>
            <p:nvSpPr>
              <p:cNvPr id="71" name="Freeform 8">
                <a:extLst>
                  <a:ext uri="{FF2B5EF4-FFF2-40B4-BE49-F238E27FC236}">
                    <a16:creationId xmlns:a16="http://schemas.microsoft.com/office/drawing/2014/main" id="{D4D79C33-384F-89D0-FA86-2D8547699457}"/>
                  </a:ext>
                </a:extLst>
              </p:cNvPr>
              <p:cNvSpPr/>
              <p:nvPr/>
            </p:nvSpPr>
            <p:spPr>
              <a:xfrm>
                <a:off x="5073410" y="1386577"/>
                <a:ext cx="2851390" cy="1144120"/>
              </a:xfrm>
              <a:custGeom>
                <a:avLst/>
                <a:gdLst/>
                <a:ahLst/>
                <a:cxnLst/>
                <a:rect l="l" t="t" r="r" b="b"/>
                <a:pathLst>
                  <a:path w="5614364" h="2252763">
                    <a:moveTo>
                      <a:pt x="0" y="0"/>
                    </a:moveTo>
                    <a:lnTo>
                      <a:pt x="5614364" y="0"/>
                    </a:lnTo>
                    <a:lnTo>
                      <a:pt x="5614364" y="2252763"/>
                    </a:lnTo>
                    <a:lnTo>
                      <a:pt x="0" y="22527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 sz="1200" dirty="0"/>
              </a:p>
            </p:txBody>
          </p:sp>
          <p:sp>
            <p:nvSpPr>
              <p:cNvPr id="72" name="TextBox 11">
                <a:extLst>
                  <a:ext uri="{FF2B5EF4-FFF2-40B4-BE49-F238E27FC236}">
                    <a16:creationId xmlns:a16="http://schemas.microsoft.com/office/drawing/2014/main" id="{000CF121-C96E-4AB2-F605-D8BF7C387889}"/>
                  </a:ext>
                </a:extLst>
              </p:cNvPr>
              <p:cNvSpPr txBox="1"/>
              <p:nvPr/>
            </p:nvSpPr>
            <p:spPr>
              <a:xfrm rot="622474">
                <a:off x="5829647" y="1507114"/>
                <a:ext cx="839253" cy="123490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5374"/>
                  </a:lnSpc>
                </a:pPr>
                <a:r>
                  <a:rPr lang="en-US" sz="5867" spc="-590" dirty="0">
                    <a:solidFill>
                      <a:srgbClr val="000000"/>
                    </a:solidFill>
                    <a:latin typeface="Linotype Feltpen"/>
                    <a:ea typeface="Linotype Feltpen"/>
                    <a:cs typeface="Linotype Feltpen"/>
                    <a:sym typeface="Linotype Feltpen"/>
                  </a:rPr>
                  <a:t>1</a:t>
                </a:r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16EDDE9D-6ABE-13A3-768C-3513552F67E5}"/>
                </a:ext>
              </a:extLst>
            </p:cNvPr>
            <p:cNvSpPr txBox="1"/>
            <p:nvPr/>
          </p:nvSpPr>
          <p:spPr>
            <a:xfrm rot="434367">
              <a:off x="4744674" y="2716548"/>
              <a:ext cx="8184731" cy="8771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Medical and Scientific Papers: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D7FC7441-B77B-D63F-AE04-975BBC03E0D1}"/>
                </a:ext>
              </a:extLst>
            </p:cNvPr>
            <p:cNvSpPr txBox="1"/>
            <p:nvPr/>
          </p:nvSpPr>
          <p:spPr>
            <a:xfrm rot="428814">
              <a:off x="4758411" y="3733870"/>
              <a:ext cx="9980153" cy="22551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1600" dirty="0"/>
                <a:t>Technical writing in the medical and scientific field simplifies complex information into clear content that helps researchers interpret findings, organize data, and publish results.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3D24F803-A50B-7B9E-8EF0-B0BDE57D1909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41554" y="1124119"/>
            <a:ext cx="2384568" cy="315228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4DD08536-DDB4-9082-BDAE-6A24B88707D0}"/>
              </a:ext>
            </a:extLst>
          </p:cNvPr>
          <p:cNvSpPr/>
          <p:nvPr/>
        </p:nvSpPr>
        <p:spPr>
          <a:xfrm>
            <a:off x="-6186818" y="-80826"/>
            <a:ext cx="6105274" cy="6858000"/>
          </a:xfrm>
          <a:prstGeom prst="rect">
            <a:avLst/>
          </a:prstGeom>
          <a:pattFill prst="pct80">
            <a:fgClr>
              <a:srgbClr val="DDF6FF"/>
            </a:fgClr>
            <a:bgClr>
              <a:schemeClr val="bg1"/>
            </a:bgClr>
          </a:pattFill>
          <a:ln>
            <a:noFill/>
          </a:ln>
          <a:effectLst>
            <a:outerShdw blurRad="38100" dist="101600" dir="8100000" algn="ctr" rotWithShape="0">
              <a:srgbClr val="000000">
                <a:alpha val="5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297680"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endParaRPr lang="en-US" sz="180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A406BD5E-1ABB-3C89-AEB7-1275E354B4B5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3885919">
            <a:off x="11068175" y="-730912"/>
            <a:ext cx="1110594" cy="14789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C8A5039D-D21F-1F84-A611-2002E37E2F17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857297">
            <a:off x="-333417" y="5707728"/>
            <a:ext cx="1348923" cy="17963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6046EB54-B90E-AB7C-577F-D3EA05756FBB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1994" y="-24629"/>
            <a:ext cx="674757" cy="89199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0D8919B-639A-9429-A40A-ACD324CEBE1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17830" y="6083664"/>
            <a:ext cx="675551" cy="9340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1C7DD108-B8F3-503E-1C82-F89CBE65B3DD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54045" y="5225683"/>
            <a:ext cx="1230050" cy="17007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CEABFAB9-F4DF-8B54-4A1C-AC08D76CD1E6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3380" y="5757914"/>
            <a:ext cx="568927" cy="786630"/>
          </a:xfrm>
          <a:prstGeom prst="rect">
            <a:avLst/>
          </a:prstGeom>
        </p:spPr>
      </p:pic>
      <p:sp>
        <p:nvSpPr>
          <p:cNvPr id="26" name="Freeform 7">
            <a:extLst>
              <a:ext uri="{FF2B5EF4-FFF2-40B4-BE49-F238E27FC236}">
                <a16:creationId xmlns:a16="http://schemas.microsoft.com/office/drawing/2014/main" id="{ECB45AA9-1D81-8A15-19E9-5F03D925F44D}"/>
              </a:ext>
            </a:extLst>
          </p:cNvPr>
          <p:cNvSpPr/>
          <p:nvPr/>
        </p:nvSpPr>
        <p:spPr>
          <a:xfrm rot="-5930165">
            <a:off x="12084012" y="18568"/>
            <a:ext cx="1696436" cy="1859108"/>
          </a:xfrm>
          <a:custGeom>
            <a:avLst/>
            <a:gdLst/>
            <a:ahLst/>
            <a:cxnLst/>
            <a:rect l="l" t="t" r="r" b="b"/>
            <a:pathLst>
              <a:path w="2544654" h="2788662">
                <a:moveTo>
                  <a:pt x="0" y="0"/>
                </a:moveTo>
                <a:lnTo>
                  <a:pt x="2544655" y="0"/>
                </a:lnTo>
                <a:lnTo>
                  <a:pt x="2544655" y="2788662"/>
                </a:lnTo>
                <a:lnTo>
                  <a:pt x="0" y="2788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707261D7-6BE1-C43E-3C11-F99137EF6F47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792" y="3161705"/>
            <a:ext cx="5689792" cy="3244781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D77254D-8EAF-26B6-0561-0A3F0BCEAA29}"/>
              </a:ext>
            </a:extLst>
          </p:cNvPr>
          <p:cNvPicPr>
            <a:picLocks noChangeAspect="1"/>
          </p:cNvPicPr>
          <p:nvPr/>
        </p:nvPicPr>
        <p:blipFill>
          <a:blip r:embed="rId1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215" y="3161705"/>
            <a:ext cx="5949993" cy="33260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49772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F65FC9E-C6C7-B9B7-BEA6-06B69E7D3B8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10235B61-4EAF-21FF-62D5-D7345EC01FCF}"/>
              </a:ext>
            </a:extLst>
          </p:cNvPr>
          <p:cNvSpPr/>
          <p:nvPr/>
        </p:nvSpPr>
        <p:spPr>
          <a:xfrm>
            <a:off x="-81544" y="0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Freeform 3">
            <a:extLst>
              <a:ext uri="{FF2B5EF4-FFF2-40B4-BE49-F238E27FC236}">
                <a16:creationId xmlns:a16="http://schemas.microsoft.com/office/drawing/2014/main" id="{6D473B8A-8765-B7D3-1501-8BBB9A45CF5A}"/>
              </a:ext>
            </a:extLst>
          </p:cNvPr>
          <p:cNvSpPr/>
          <p:nvPr/>
        </p:nvSpPr>
        <p:spPr>
          <a:xfrm rot="2817233">
            <a:off x="-4853950" y="5567080"/>
            <a:ext cx="6640855" cy="4750612"/>
          </a:xfrm>
          <a:custGeom>
            <a:avLst/>
            <a:gdLst/>
            <a:ahLst/>
            <a:cxnLst/>
            <a:rect l="l" t="t" r="r" b="b"/>
            <a:pathLst>
              <a:path w="12942129" h="9258300">
                <a:moveTo>
                  <a:pt x="0" y="0"/>
                </a:moveTo>
                <a:lnTo>
                  <a:pt x="12942128" y="0"/>
                </a:lnTo>
                <a:lnTo>
                  <a:pt x="1294212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DA8D240A-04F9-CCB2-6A40-32F2DC03FE5D}"/>
              </a:ext>
            </a:extLst>
          </p:cNvPr>
          <p:cNvSpPr/>
          <p:nvPr/>
        </p:nvSpPr>
        <p:spPr>
          <a:xfrm>
            <a:off x="-4667376" y="3454855"/>
            <a:ext cx="2736040" cy="636519"/>
          </a:xfrm>
          <a:prstGeom prst="roundRect">
            <a:avLst>
              <a:gd name="adj" fmla="val 33128"/>
            </a:avLst>
          </a:prstGeom>
          <a:solidFill>
            <a:srgbClr val="7014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42633897-7233-6568-7D57-B0AD3464474A}"/>
              </a:ext>
            </a:extLst>
          </p:cNvPr>
          <p:cNvSpPr/>
          <p:nvPr/>
        </p:nvSpPr>
        <p:spPr>
          <a:xfrm rot="-7305844">
            <a:off x="4866707" y="2155017"/>
            <a:ext cx="9268374" cy="2333021"/>
          </a:xfrm>
          <a:custGeom>
            <a:avLst/>
            <a:gdLst/>
            <a:ahLst/>
            <a:cxnLst/>
            <a:rect l="l" t="t" r="r" b="b"/>
            <a:pathLst>
              <a:path w="8054286" h="2114250">
                <a:moveTo>
                  <a:pt x="0" y="0"/>
                </a:moveTo>
                <a:lnTo>
                  <a:pt x="8054286" y="0"/>
                </a:lnTo>
                <a:lnTo>
                  <a:pt x="8054286" y="2114250"/>
                </a:lnTo>
                <a:lnTo>
                  <a:pt x="0" y="2114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88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240A4C9B-BCF3-3E2F-1787-B12B378ACA78}"/>
              </a:ext>
            </a:extLst>
          </p:cNvPr>
          <p:cNvSpPr txBox="1"/>
          <p:nvPr/>
        </p:nvSpPr>
        <p:spPr>
          <a:xfrm>
            <a:off x="1092199" y="631898"/>
            <a:ext cx="536349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erebri Bold"/>
                <a:ea typeface="Cerebri Bold"/>
                <a:cs typeface="Cerebri Bold"/>
                <a:sym typeface="Cerebri Bold"/>
              </a:rPr>
              <a:t>Control Node 1: User Interface &amp; Lifting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A3884A71-A350-E184-99C8-28AABDFB8C36}"/>
              </a:ext>
            </a:extLst>
          </p:cNvPr>
          <p:cNvSpPr/>
          <p:nvPr/>
        </p:nvSpPr>
        <p:spPr>
          <a:xfrm>
            <a:off x="341045" y="3436562"/>
            <a:ext cx="300794" cy="336552"/>
          </a:xfrm>
          <a:custGeom>
            <a:avLst/>
            <a:gdLst/>
            <a:ahLst/>
            <a:cxnLst/>
            <a:rect l="l" t="t" r="r" b="b"/>
            <a:pathLst>
              <a:path w="320847" h="358989">
                <a:moveTo>
                  <a:pt x="0" y="0"/>
                </a:moveTo>
                <a:lnTo>
                  <a:pt x="320847" y="0"/>
                </a:lnTo>
                <a:lnTo>
                  <a:pt x="320847" y="358989"/>
                </a:lnTo>
                <a:lnTo>
                  <a:pt x="0" y="358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88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2BB94F57-08B2-DC30-3BE7-EECFD124CB1B}"/>
              </a:ext>
            </a:extLst>
          </p:cNvPr>
          <p:cNvSpPr txBox="1"/>
          <p:nvPr/>
        </p:nvSpPr>
        <p:spPr>
          <a:xfrm>
            <a:off x="-1146305" y="244166"/>
            <a:ext cx="4477009" cy="400110"/>
          </a:xfrm>
          <a:prstGeom prst="rect">
            <a:avLst/>
          </a:prstGeom>
          <a:noFill/>
          <a:effectLst>
            <a:outerShdw blurRad="50800" dist="38100" dir="15300000" sx="110000" sy="110000" algn="br" rotWithShape="0">
              <a:prstClr val="black">
                <a:alpha val="32000"/>
              </a:prstClr>
            </a:outerShd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erebri Bold"/>
              </a:rPr>
              <a:t>PROJECT IDEA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DFB7D760-4F20-7859-4057-4D8596488952}"/>
              </a:ext>
            </a:extLst>
          </p:cNvPr>
          <p:cNvCxnSpPr>
            <a:cxnSpLocks/>
          </p:cNvCxnSpPr>
          <p:nvPr/>
        </p:nvCxnSpPr>
        <p:spPr>
          <a:xfrm>
            <a:off x="0" y="652831"/>
            <a:ext cx="218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4">
            <a:extLst>
              <a:ext uri="{FF2B5EF4-FFF2-40B4-BE49-F238E27FC236}">
                <a16:creationId xmlns:a16="http://schemas.microsoft.com/office/drawing/2014/main" id="{FDBFCD8F-C546-250A-86D9-84D6799D4016}"/>
              </a:ext>
            </a:extLst>
          </p:cNvPr>
          <p:cNvSpPr/>
          <p:nvPr/>
        </p:nvSpPr>
        <p:spPr>
          <a:xfrm>
            <a:off x="13196967" y="11695538"/>
            <a:ext cx="2539157" cy="2539157"/>
          </a:xfrm>
          <a:custGeom>
            <a:avLst/>
            <a:gdLst/>
            <a:ahLst/>
            <a:cxnLst/>
            <a:rect l="l" t="t" r="r" b="b"/>
            <a:pathLst>
              <a:path w="14886843" h="14886843">
                <a:moveTo>
                  <a:pt x="0" y="0"/>
                </a:moveTo>
                <a:lnTo>
                  <a:pt x="14886843" y="0"/>
                </a:lnTo>
                <a:lnTo>
                  <a:pt x="14886843" y="14886844"/>
                </a:lnTo>
                <a:lnTo>
                  <a:pt x="0" y="148868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sz="1200" dirty="0"/>
          </a:p>
        </p:txBody>
      </p:sp>
      <p:sp>
        <p:nvSpPr>
          <p:cNvPr id="64" name="Freeform 10">
            <a:extLst>
              <a:ext uri="{FF2B5EF4-FFF2-40B4-BE49-F238E27FC236}">
                <a16:creationId xmlns:a16="http://schemas.microsoft.com/office/drawing/2014/main" id="{698BD65B-A191-D120-D595-7BC3FFEE2E3F}"/>
              </a:ext>
            </a:extLst>
          </p:cNvPr>
          <p:cNvSpPr/>
          <p:nvPr/>
        </p:nvSpPr>
        <p:spPr>
          <a:xfrm rot="1919835" flipH="1">
            <a:off x="-8729436" y="-1998401"/>
            <a:ext cx="6259577" cy="4013954"/>
          </a:xfrm>
          <a:custGeom>
            <a:avLst/>
            <a:gdLst/>
            <a:ahLst/>
            <a:cxnLst/>
            <a:rect l="l" t="t" r="r" b="b"/>
            <a:pathLst>
              <a:path w="9389366" h="6020931">
                <a:moveTo>
                  <a:pt x="9389366" y="0"/>
                </a:moveTo>
                <a:lnTo>
                  <a:pt x="0" y="0"/>
                </a:lnTo>
                <a:lnTo>
                  <a:pt x="0" y="6020931"/>
                </a:lnTo>
                <a:lnTo>
                  <a:pt x="9389366" y="6020931"/>
                </a:lnTo>
                <a:lnTo>
                  <a:pt x="938936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5" name="Freeform 11">
            <a:extLst>
              <a:ext uri="{FF2B5EF4-FFF2-40B4-BE49-F238E27FC236}">
                <a16:creationId xmlns:a16="http://schemas.microsoft.com/office/drawing/2014/main" id="{02D7BFB5-F469-7FBF-8A6E-E7E5CAE983BA}"/>
              </a:ext>
            </a:extLst>
          </p:cNvPr>
          <p:cNvSpPr/>
          <p:nvPr/>
        </p:nvSpPr>
        <p:spPr>
          <a:xfrm rot="-253929">
            <a:off x="-4012665" y="-1937805"/>
            <a:ext cx="1842376" cy="1553737"/>
          </a:xfrm>
          <a:custGeom>
            <a:avLst/>
            <a:gdLst/>
            <a:ahLst/>
            <a:cxnLst/>
            <a:rect l="l" t="t" r="r" b="b"/>
            <a:pathLst>
              <a:path w="2763564" h="2330606">
                <a:moveTo>
                  <a:pt x="0" y="0"/>
                </a:moveTo>
                <a:lnTo>
                  <a:pt x="2763564" y="0"/>
                </a:lnTo>
                <a:lnTo>
                  <a:pt x="2763564" y="2330605"/>
                </a:lnTo>
                <a:lnTo>
                  <a:pt x="0" y="23306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1BCACBE4-69A2-BE22-EF30-A7C2A26797A6}"/>
              </a:ext>
            </a:extLst>
          </p:cNvPr>
          <p:cNvGrpSpPr/>
          <p:nvPr/>
        </p:nvGrpSpPr>
        <p:grpSpPr>
          <a:xfrm rot="589747">
            <a:off x="-8861859" y="8056627"/>
            <a:ext cx="9588746" cy="11419163"/>
            <a:chOff x="2257173" y="-1204485"/>
            <a:chExt cx="14383119" cy="17128744"/>
          </a:xfrm>
        </p:grpSpPr>
        <p:sp>
          <p:nvSpPr>
            <p:cNvPr id="67" name="Freeform 4">
              <a:extLst>
                <a:ext uri="{FF2B5EF4-FFF2-40B4-BE49-F238E27FC236}">
                  <a16:creationId xmlns:a16="http://schemas.microsoft.com/office/drawing/2014/main" id="{582F0D50-5749-C138-52EF-23DE410B0F4C}"/>
                </a:ext>
              </a:extLst>
            </p:cNvPr>
            <p:cNvSpPr/>
            <p:nvPr/>
          </p:nvSpPr>
          <p:spPr>
            <a:xfrm rot="21380128">
              <a:off x="2257173" y="-1204485"/>
              <a:ext cx="14383119" cy="17128744"/>
            </a:xfrm>
            <a:custGeom>
              <a:avLst/>
              <a:gdLst/>
              <a:ahLst/>
              <a:cxnLst/>
              <a:rect l="l" t="t" r="r" b="b"/>
              <a:pathLst>
                <a:path w="12092931" h="14769992">
                  <a:moveTo>
                    <a:pt x="0" y="0"/>
                  </a:moveTo>
                  <a:lnTo>
                    <a:pt x="12092930" y="0"/>
                  </a:lnTo>
                  <a:lnTo>
                    <a:pt x="12092930" y="14769992"/>
                  </a:lnTo>
                  <a:lnTo>
                    <a:pt x="0" y="14769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 sz="12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558166DE-F36A-05EC-64E9-5E1D5D39B83C}"/>
                </a:ext>
              </a:extLst>
            </p:cNvPr>
            <p:cNvGrpSpPr/>
            <p:nvPr/>
          </p:nvGrpSpPr>
          <p:grpSpPr>
            <a:xfrm>
              <a:off x="5357493" y="1160465"/>
              <a:ext cx="2398463" cy="1140136"/>
              <a:chOff x="5073410" y="1386577"/>
              <a:chExt cx="2851390" cy="1355440"/>
            </a:xfrm>
          </p:grpSpPr>
          <p:sp>
            <p:nvSpPr>
              <p:cNvPr id="71" name="Freeform 8">
                <a:extLst>
                  <a:ext uri="{FF2B5EF4-FFF2-40B4-BE49-F238E27FC236}">
                    <a16:creationId xmlns:a16="http://schemas.microsoft.com/office/drawing/2014/main" id="{621CB452-BC94-CB0A-D681-C78D32BA83A8}"/>
                  </a:ext>
                </a:extLst>
              </p:cNvPr>
              <p:cNvSpPr/>
              <p:nvPr/>
            </p:nvSpPr>
            <p:spPr>
              <a:xfrm>
                <a:off x="5073410" y="1386577"/>
                <a:ext cx="2851390" cy="1144120"/>
              </a:xfrm>
              <a:custGeom>
                <a:avLst/>
                <a:gdLst/>
                <a:ahLst/>
                <a:cxnLst/>
                <a:rect l="l" t="t" r="r" b="b"/>
                <a:pathLst>
                  <a:path w="5614364" h="2252763">
                    <a:moveTo>
                      <a:pt x="0" y="0"/>
                    </a:moveTo>
                    <a:lnTo>
                      <a:pt x="5614364" y="0"/>
                    </a:lnTo>
                    <a:lnTo>
                      <a:pt x="5614364" y="2252763"/>
                    </a:lnTo>
                    <a:lnTo>
                      <a:pt x="0" y="22527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 sz="1200" dirty="0"/>
              </a:p>
            </p:txBody>
          </p:sp>
          <p:sp>
            <p:nvSpPr>
              <p:cNvPr id="72" name="TextBox 11">
                <a:extLst>
                  <a:ext uri="{FF2B5EF4-FFF2-40B4-BE49-F238E27FC236}">
                    <a16:creationId xmlns:a16="http://schemas.microsoft.com/office/drawing/2014/main" id="{CE707A03-1FFD-8DF3-6B0B-9736B08B2314}"/>
                  </a:ext>
                </a:extLst>
              </p:cNvPr>
              <p:cNvSpPr txBox="1"/>
              <p:nvPr/>
            </p:nvSpPr>
            <p:spPr>
              <a:xfrm rot="622474">
                <a:off x="5829647" y="1507114"/>
                <a:ext cx="839253" cy="123490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5374"/>
                  </a:lnSpc>
                </a:pPr>
                <a:r>
                  <a:rPr lang="en-US" sz="5867" spc="-590" dirty="0">
                    <a:solidFill>
                      <a:srgbClr val="000000"/>
                    </a:solidFill>
                    <a:latin typeface="Linotype Feltpen"/>
                    <a:ea typeface="Linotype Feltpen"/>
                    <a:cs typeface="Linotype Feltpen"/>
                    <a:sym typeface="Linotype Feltpen"/>
                  </a:rPr>
                  <a:t>1</a:t>
                </a:r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07FEE677-A444-6A09-AAAD-5F462EF58701}"/>
                </a:ext>
              </a:extLst>
            </p:cNvPr>
            <p:cNvSpPr txBox="1"/>
            <p:nvPr/>
          </p:nvSpPr>
          <p:spPr>
            <a:xfrm rot="434367">
              <a:off x="4744674" y="2716548"/>
              <a:ext cx="8184731" cy="8771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Medical and Scientific Papers: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5031E72A-B68E-0E8E-20FF-0E3BBF316321}"/>
                </a:ext>
              </a:extLst>
            </p:cNvPr>
            <p:cNvSpPr txBox="1"/>
            <p:nvPr/>
          </p:nvSpPr>
          <p:spPr>
            <a:xfrm rot="428814">
              <a:off x="4758411" y="3733870"/>
              <a:ext cx="9980153" cy="22551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1600" dirty="0"/>
                <a:t>Technical writing in the medical and scientific field simplifies complex information into clear content that helps researchers interpret findings, organize data, and publish results.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02F03676-FD6E-390D-544A-4BE254406648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41554" y="1124119"/>
            <a:ext cx="2384568" cy="315228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2713C764-EE34-781D-15AE-8C676705C001}"/>
              </a:ext>
            </a:extLst>
          </p:cNvPr>
          <p:cNvSpPr/>
          <p:nvPr/>
        </p:nvSpPr>
        <p:spPr>
          <a:xfrm>
            <a:off x="-6186818" y="-80826"/>
            <a:ext cx="6105274" cy="6858000"/>
          </a:xfrm>
          <a:prstGeom prst="rect">
            <a:avLst/>
          </a:prstGeom>
          <a:pattFill prst="pct80">
            <a:fgClr>
              <a:srgbClr val="DDF6FF"/>
            </a:fgClr>
            <a:bgClr>
              <a:schemeClr val="bg1"/>
            </a:bgClr>
          </a:pattFill>
          <a:ln>
            <a:noFill/>
          </a:ln>
          <a:effectLst>
            <a:outerShdw blurRad="38100" dist="101600" dir="8100000" algn="ctr" rotWithShape="0">
              <a:srgbClr val="000000">
                <a:alpha val="5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297680"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endParaRPr lang="en-US" sz="180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DF98D2A0-8B6C-C888-A9FC-BCD88FAAD711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3885919">
            <a:off x="11068175" y="-730912"/>
            <a:ext cx="1110594" cy="14789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B6D3B1A8-023F-ABE2-0736-2C1CED0B395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857297">
            <a:off x="-333417" y="5707728"/>
            <a:ext cx="1348923" cy="17963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926C2C6A-29AB-12A3-810F-99AD922B445F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1994" y="-24629"/>
            <a:ext cx="674757" cy="89199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7F413571-EC4C-41FC-89CA-717580467F09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17830" y="6083664"/>
            <a:ext cx="675551" cy="9340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2C0641B-ADA3-14E1-ABEE-4C86AEB646A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54045" y="5225683"/>
            <a:ext cx="1230050" cy="17007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567924DC-A580-FE4B-ABE7-B8252C041D0F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3380" y="5757914"/>
            <a:ext cx="568927" cy="786630"/>
          </a:xfrm>
          <a:prstGeom prst="rect">
            <a:avLst/>
          </a:prstGeom>
        </p:spPr>
      </p:pic>
      <p:sp>
        <p:nvSpPr>
          <p:cNvPr id="26" name="Freeform 7">
            <a:extLst>
              <a:ext uri="{FF2B5EF4-FFF2-40B4-BE49-F238E27FC236}">
                <a16:creationId xmlns:a16="http://schemas.microsoft.com/office/drawing/2014/main" id="{83EA59B6-7618-4B99-11B1-8A911512493C}"/>
              </a:ext>
            </a:extLst>
          </p:cNvPr>
          <p:cNvSpPr/>
          <p:nvPr/>
        </p:nvSpPr>
        <p:spPr>
          <a:xfrm rot="-5930165">
            <a:off x="12084012" y="18568"/>
            <a:ext cx="1696436" cy="1859108"/>
          </a:xfrm>
          <a:custGeom>
            <a:avLst/>
            <a:gdLst/>
            <a:ahLst/>
            <a:cxnLst/>
            <a:rect l="l" t="t" r="r" b="b"/>
            <a:pathLst>
              <a:path w="2544654" h="2788662">
                <a:moveTo>
                  <a:pt x="0" y="0"/>
                </a:moveTo>
                <a:lnTo>
                  <a:pt x="2544655" y="0"/>
                </a:lnTo>
                <a:lnTo>
                  <a:pt x="2544655" y="2788662"/>
                </a:lnTo>
                <a:lnTo>
                  <a:pt x="0" y="2788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B7A9314-D454-4BF0-C2C2-A8BE802564F3}"/>
              </a:ext>
            </a:extLst>
          </p:cNvPr>
          <p:cNvSpPr txBox="1"/>
          <p:nvPr/>
        </p:nvSpPr>
        <p:spPr>
          <a:xfrm>
            <a:off x="1377479" y="2798712"/>
            <a:ext cx="5952671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Inputs</a:t>
            </a:r>
          </a:p>
          <a:p>
            <a:r>
              <a:rPr lang="en-US" b="1" dirty="0"/>
              <a:t>Keypad: </a:t>
            </a:r>
            <a:r>
              <a:rPr lang="en-US" dirty="0"/>
              <a:t>captures user mathematical answers</a:t>
            </a:r>
          </a:p>
          <a:p>
            <a:r>
              <a:rPr lang="en-US" b="1" dirty="0"/>
              <a:t>Ultrasonic sensor: </a:t>
            </a:r>
            <a:r>
              <a:rPr lang="en-US" dirty="0"/>
              <a:t>Detects ball presence at the storage tank entrance</a:t>
            </a:r>
          </a:p>
          <a:p>
            <a:endParaRPr lang="en-US" dirty="0"/>
          </a:p>
          <a:p>
            <a:r>
              <a:rPr lang="en-US" sz="2400" b="1" dirty="0">
                <a:solidFill>
                  <a:schemeClr val="accent5"/>
                </a:solidFill>
              </a:rPr>
              <a:t>Outputs</a:t>
            </a:r>
          </a:p>
          <a:p>
            <a:r>
              <a:rPr lang="en-US" b="1" dirty="0"/>
              <a:t>LCD: </a:t>
            </a:r>
            <a:r>
              <a:rPr lang="en-US" dirty="0"/>
              <a:t>Displays dynamic math questions and system status</a:t>
            </a:r>
          </a:p>
          <a:p>
            <a:r>
              <a:rPr lang="en-US" b="1" dirty="0"/>
              <a:t>H-bridge driver</a:t>
            </a:r>
            <a:r>
              <a:rPr lang="en-US" dirty="0"/>
              <a:t>: Regulates power to the lifting motor</a:t>
            </a:r>
          </a:p>
        </p:txBody>
      </p:sp>
    </p:spTree>
    <p:extLst>
      <p:ext uri="{BB962C8B-B14F-4D97-AF65-F5344CB8AC3E}">
        <p14:creationId xmlns:p14="http://schemas.microsoft.com/office/powerpoint/2010/main" val="180569061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6D67F5B-8321-0CB0-0E29-B63A32089E7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94DB5F5E-235F-83A3-8979-E2A4F00B2C72}"/>
              </a:ext>
            </a:extLst>
          </p:cNvPr>
          <p:cNvSpPr/>
          <p:nvPr/>
        </p:nvSpPr>
        <p:spPr>
          <a:xfrm>
            <a:off x="-81544" y="0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1" name="Freeform 3">
            <a:extLst>
              <a:ext uri="{FF2B5EF4-FFF2-40B4-BE49-F238E27FC236}">
                <a16:creationId xmlns:a16="http://schemas.microsoft.com/office/drawing/2014/main" id="{013F02B7-D5F4-BB13-815F-02ABF04F54BA}"/>
              </a:ext>
            </a:extLst>
          </p:cNvPr>
          <p:cNvSpPr/>
          <p:nvPr/>
        </p:nvSpPr>
        <p:spPr>
          <a:xfrm rot="2817233">
            <a:off x="-4853950" y="5567080"/>
            <a:ext cx="6640855" cy="4750612"/>
          </a:xfrm>
          <a:custGeom>
            <a:avLst/>
            <a:gdLst/>
            <a:ahLst/>
            <a:cxnLst/>
            <a:rect l="l" t="t" r="r" b="b"/>
            <a:pathLst>
              <a:path w="12942129" h="9258300">
                <a:moveTo>
                  <a:pt x="0" y="0"/>
                </a:moveTo>
                <a:lnTo>
                  <a:pt x="12942128" y="0"/>
                </a:lnTo>
                <a:lnTo>
                  <a:pt x="12942128" y="9258300"/>
                </a:lnTo>
                <a:lnTo>
                  <a:pt x="0" y="92583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56" name="Rectangle: Rounded Corners 55">
            <a:extLst>
              <a:ext uri="{FF2B5EF4-FFF2-40B4-BE49-F238E27FC236}">
                <a16:creationId xmlns:a16="http://schemas.microsoft.com/office/drawing/2014/main" id="{A819131D-B123-A9CC-850D-66834C73095E}"/>
              </a:ext>
            </a:extLst>
          </p:cNvPr>
          <p:cNvSpPr/>
          <p:nvPr/>
        </p:nvSpPr>
        <p:spPr>
          <a:xfrm>
            <a:off x="-4667376" y="3454855"/>
            <a:ext cx="2736040" cy="636519"/>
          </a:xfrm>
          <a:prstGeom prst="roundRect">
            <a:avLst>
              <a:gd name="adj" fmla="val 33128"/>
            </a:avLst>
          </a:prstGeom>
          <a:solidFill>
            <a:srgbClr val="701407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C4C4CA5-88A4-8147-2DDC-1F6646E5FF3F}"/>
              </a:ext>
            </a:extLst>
          </p:cNvPr>
          <p:cNvSpPr/>
          <p:nvPr/>
        </p:nvSpPr>
        <p:spPr>
          <a:xfrm rot="-7305844">
            <a:off x="4866707" y="2155017"/>
            <a:ext cx="9268374" cy="2333021"/>
          </a:xfrm>
          <a:custGeom>
            <a:avLst/>
            <a:gdLst/>
            <a:ahLst/>
            <a:cxnLst/>
            <a:rect l="l" t="t" r="r" b="b"/>
            <a:pathLst>
              <a:path w="8054286" h="2114250">
                <a:moveTo>
                  <a:pt x="0" y="0"/>
                </a:moveTo>
                <a:lnTo>
                  <a:pt x="8054286" y="0"/>
                </a:lnTo>
                <a:lnTo>
                  <a:pt x="8054286" y="2114250"/>
                </a:lnTo>
                <a:lnTo>
                  <a:pt x="0" y="2114250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88"/>
          </a:p>
        </p:txBody>
      </p:sp>
      <p:sp>
        <p:nvSpPr>
          <p:cNvPr id="15" name="TextBox 15">
            <a:extLst>
              <a:ext uri="{FF2B5EF4-FFF2-40B4-BE49-F238E27FC236}">
                <a16:creationId xmlns:a16="http://schemas.microsoft.com/office/drawing/2014/main" id="{3E4E2362-B164-FB37-D9BF-F69D202A128F}"/>
              </a:ext>
            </a:extLst>
          </p:cNvPr>
          <p:cNvSpPr txBox="1"/>
          <p:nvPr/>
        </p:nvSpPr>
        <p:spPr>
          <a:xfrm>
            <a:off x="1092199" y="631898"/>
            <a:ext cx="5363496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r>
              <a:rPr lang="en-US" sz="4800" b="1" dirty="0">
                <a:solidFill>
                  <a:srgbClr val="FFFFFF"/>
                </a:solidFill>
                <a:latin typeface="Cerebri Bold"/>
                <a:ea typeface="Cerebri Bold"/>
                <a:cs typeface="Cerebri Bold"/>
                <a:sym typeface="Cerebri Bold"/>
              </a:rPr>
              <a:t>Control Node 2: Ballistics &amp; Sorting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50FC8294-6367-4600-EBD0-5EF4E25CCD28}"/>
              </a:ext>
            </a:extLst>
          </p:cNvPr>
          <p:cNvSpPr/>
          <p:nvPr/>
        </p:nvSpPr>
        <p:spPr>
          <a:xfrm>
            <a:off x="341045" y="3436562"/>
            <a:ext cx="300794" cy="336552"/>
          </a:xfrm>
          <a:custGeom>
            <a:avLst/>
            <a:gdLst/>
            <a:ahLst/>
            <a:cxnLst/>
            <a:rect l="l" t="t" r="r" b="b"/>
            <a:pathLst>
              <a:path w="320847" h="358989">
                <a:moveTo>
                  <a:pt x="0" y="0"/>
                </a:moveTo>
                <a:lnTo>
                  <a:pt x="320847" y="0"/>
                </a:lnTo>
                <a:lnTo>
                  <a:pt x="320847" y="358989"/>
                </a:lnTo>
                <a:lnTo>
                  <a:pt x="0" y="358989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  <p:txBody>
          <a:bodyPr/>
          <a:lstStyle/>
          <a:p>
            <a:endParaRPr lang="en-US" sz="1688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5343D65B-0B09-924B-F79A-B4EB538CD09E}"/>
              </a:ext>
            </a:extLst>
          </p:cNvPr>
          <p:cNvSpPr txBox="1"/>
          <p:nvPr/>
        </p:nvSpPr>
        <p:spPr>
          <a:xfrm>
            <a:off x="-1146305" y="244166"/>
            <a:ext cx="4477009" cy="400110"/>
          </a:xfrm>
          <a:prstGeom prst="rect">
            <a:avLst/>
          </a:prstGeom>
          <a:noFill/>
          <a:effectLst>
            <a:outerShdw blurRad="50800" dist="38100" dir="15300000" sx="110000" sy="110000" algn="br" rotWithShape="0">
              <a:prstClr val="black">
                <a:alpha val="32000"/>
              </a:prstClr>
            </a:outerShdw>
          </a:effectLst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extrusionH="57150">
              <a:bevelT w="69850" h="69850" prst="divot"/>
              <a:bevelB w="69850" h="69850" prst="divot"/>
            </a:sp3d>
          </a:bodyPr>
          <a:lstStyle/>
          <a:p>
            <a:pPr algn="ctr"/>
            <a:r>
              <a:rPr lang="en-US" sz="2000" b="1" dirty="0">
                <a:solidFill>
                  <a:srgbClr val="FFFFFF"/>
                </a:solidFill>
                <a:latin typeface="Cerebri Bold"/>
              </a:rPr>
              <a:t>PROJECT IDEA</a:t>
            </a:r>
          </a:p>
        </p:txBody>
      </p:sp>
      <p:cxnSp>
        <p:nvCxnSpPr>
          <p:cNvPr id="35" name="Straight Connector 34">
            <a:extLst>
              <a:ext uri="{FF2B5EF4-FFF2-40B4-BE49-F238E27FC236}">
                <a16:creationId xmlns:a16="http://schemas.microsoft.com/office/drawing/2014/main" id="{4CD2C62F-986A-071B-88AF-ED74336F555A}"/>
              </a:ext>
            </a:extLst>
          </p:cNvPr>
          <p:cNvCxnSpPr>
            <a:cxnSpLocks/>
          </p:cNvCxnSpPr>
          <p:nvPr/>
        </p:nvCxnSpPr>
        <p:spPr>
          <a:xfrm>
            <a:off x="0" y="652831"/>
            <a:ext cx="2184400" cy="0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0" name="Freeform 4">
            <a:extLst>
              <a:ext uri="{FF2B5EF4-FFF2-40B4-BE49-F238E27FC236}">
                <a16:creationId xmlns:a16="http://schemas.microsoft.com/office/drawing/2014/main" id="{83B22A73-5427-8678-C05E-4AFEDEC07B29}"/>
              </a:ext>
            </a:extLst>
          </p:cNvPr>
          <p:cNvSpPr/>
          <p:nvPr/>
        </p:nvSpPr>
        <p:spPr>
          <a:xfrm>
            <a:off x="13196967" y="11695538"/>
            <a:ext cx="2539157" cy="2539157"/>
          </a:xfrm>
          <a:custGeom>
            <a:avLst/>
            <a:gdLst/>
            <a:ahLst/>
            <a:cxnLst/>
            <a:rect l="l" t="t" r="r" b="b"/>
            <a:pathLst>
              <a:path w="14886843" h="14886843">
                <a:moveTo>
                  <a:pt x="0" y="0"/>
                </a:moveTo>
                <a:lnTo>
                  <a:pt x="14886843" y="0"/>
                </a:lnTo>
                <a:lnTo>
                  <a:pt x="14886843" y="14886844"/>
                </a:lnTo>
                <a:lnTo>
                  <a:pt x="0" y="1488684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  <p:txBody>
          <a:bodyPr/>
          <a:lstStyle/>
          <a:p>
            <a:endParaRPr lang="en-US" sz="1200" dirty="0"/>
          </a:p>
        </p:txBody>
      </p:sp>
      <p:sp>
        <p:nvSpPr>
          <p:cNvPr id="64" name="Freeform 10">
            <a:extLst>
              <a:ext uri="{FF2B5EF4-FFF2-40B4-BE49-F238E27FC236}">
                <a16:creationId xmlns:a16="http://schemas.microsoft.com/office/drawing/2014/main" id="{8BB4228D-B205-687E-6F26-36A92DA2ADE5}"/>
              </a:ext>
            </a:extLst>
          </p:cNvPr>
          <p:cNvSpPr/>
          <p:nvPr/>
        </p:nvSpPr>
        <p:spPr>
          <a:xfrm rot="1919835" flipH="1">
            <a:off x="-8729436" y="-1998401"/>
            <a:ext cx="6259577" cy="4013954"/>
          </a:xfrm>
          <a:custGeom>
            <a:avLst/>
            <a:gdLst/>
            <a:ahLst/>
            <a:cxnLst/>
            <a:rect l="l" t="t" r="r" b="b"/>
            <a:pathLst>
              <a:path w="9389366" h="6020931">
                <a:moveTo>
                  <a:pt x="9389366" y="0"/>
                </a:moveTo>
                <a:lnTo>
                  <a:pt x="0" y="0"/>
                </a:lnTo>
                <a:lnTo>
                  <a:pt x="0" y="6020931"/>
                </a:lnTo>
                <a:lnTo>
                  <a:pt x="9389366" y="6020931"/>
                </a:lnTo>
                <a:lnTo>
                  <a:pt x="9389366" y="0"/>
                </a:lnTo>
                <a:close/>
              </a:path>
            </a:pathLst>
          </a:custGeom>
          <a:blipFill>
            <a:blip r:embed="rId6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65" name="Freeform 11">
            <a:extLst>
              <a:ext uri="{FF2B5EF4-FFF2-40B4-BE49-F238E27FC236}">
                <a16:creationId xmlns:a16="http://schemas.microsoft.com/office/drawing/2014/main" id="{4BE92461-2144-63E5-CFB1-497F841E014C}"/>
              </a:ext>
            </a:extLst>
          </p:cNvPr>
          <p:cNvSpPr/>
          <p:nvPr/>
        </p:nvSpPr>
        <p:spPr>
          <a:xfrm rot="-253929">
            <a:off x="-4012665" y="-1937805"/>
            <a:ext cx="1842376" cy="1553737"/>
          </a:xfrm>
          <a:custGeom>
            <a:avLst/>
            <a:gdLst/>
            <a:ahLst/>
            <a:cxnLst/>
            <a:rect l="l" t="t" r="r" b="b"/>
            <a:pathLst>
              <a:path w="2763564" h="2330606">
                <a:moveTo>
                  <a:pt x="0" y="0"/>
                </a:moveTo>
                <a:lnTo>
                  <a:pt x="2763564" y="0"/>
                </a:lnTo>
                <a:lnTo>
                  <a:pt x="2763564" y="2330605"/>
                </a:lnTo>
                <a:lnTo>
                  <a:pt x="0" y="2330605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grpSp>
        <p:nvGrpSpPr>
          <p:cNvPr id="66" name="Group 65">
            <a:extLst>
              <a:ext uri="{FF2B5EF4-FFF2-40B4-BE49-F238E27FC236}">
                <a16:creationId xmlns:a16="http://schemas.microsoft.com/office/drawing/2014/main" id="{EABC53DE-D3CC-6511-EC4B-0AD8124609E8}"/>
              </a:ext>
            </a:extLst>
          </p:cNvPr>
          <p:cNvGrpSpPr/>
          <p:nvPr/>
        </p:nvGrpSpPr>
        <p:grpSpPr>
          <a:xfrm rot="589747">
            <a:off x="-8861859" y="8056627"/>
            <a:ext cx="9588746" cy="11419163"/>
            <a:chOff x="2257173" y="-1204485"/>
            <a:chExt cx="14383119" cy="17128744"/>
          </a:xfrm>
        </p:grpSpPr>
        <p:sp>
          <p:nvSpPr>
            <p:cNvPr id="67" name="Freeform 4">
              <a:extLst>
                <a:ext uri="{FF2B5EF4-FFF2-40B4-BE49-F238E27FC236}">
                  <a16:creationId xmlns:a16="http://schemas.microsoft.com/office/drawing/2014/main" id="{2A64555E-BD50-5404-BA6D-E9E796AF5821}"/>
                </a:ext>
              </a:extLst>
            </p:cNvPr>
            <p:cNvSpPr/>
            <p:nvPr/>
          </p:nvSpPr>
          <p:spPr>
            <a:xfrm rot="21380128">
              <a:off x="2257173" y="-1204485"/>
              <a:ext cx="14383119" cy="17128744"/>
            </a:xfrm>
            <a:custGeom>
              <a:avLst/>
              <a:gdLst/>
              <a:ahLst/>
              <a:cxnLst/>
              <a:rect l="l" t="t" r="r" b="b"/>
              <a:pathLst>
                <a:path w="12092931" h="14769992">
                  <a:moveTo>
                    <a:pt x="0" y="0"/>
                  </a:moveTo>
                  <a:lnTo>
                    <a:pt x="12092930" y="0"/>
                  </a:lnTo>
                  <a:lnTo>
                    <a:pt x="12092930" y="14769992"/>
                  </a:lnTo>
                  <a:lnTo>
                    <a:pt x="0" y="14769992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/>
              <a:stretch>
                <a:fillRect/>
              </a:stretch>
            </a:blipFill>
          </p:spPr>
          <p:txBody>
            <a:bodyPr/>
            <a:lstStyle/>
            <a:p>
              <a:endParaRPr lang="en-US" sz="1200" dirty="0"/>
            </a:p>
          </p:txBody>
        </p:sp>
        <p:grpSp>
          <p:nvGrpSpPr>
            <p:cNvPr id="68" name="Group 67">
              <a:extLst>
                <a:ext uri="{FF2B5EF4-FFF2-40B4-BE49-F238E27FC236}">
                  <a16:creationId xmlns:a16="http://schemas.microsoft.com/office/drawing/2014/main" id="{1571CC97-8A32-4095-787D-C58711EEA888}"/>
                </a:ext>
              </a:extLst>
            </p:cNvPr>
            <p:cNvGrpSpPr/>
            <p:nvPr/>
          </p:nvGrpSpPr>
          <p:grpSpPr>
            <a:xfrm>
              <a:off x="5357493" y="1160465"/>
              <a:ext cx="2398463" cy="1140136"/>
              <a:chOff x="5073410" y="1386577"/>
              <a:chExt cx="2851390" cy="1355440"/>
            </a:xfrm>
          </p:grpSpPr>
          <p:sp>
            <p:nvSpPr>
              <p:cNvPr id="71" name="Freeform 8">
                <a:extLst>
                  <a:ext uri="{FF2B5EF4-FFF2-40B4-BE49-F238E27FC236}">
                    <a16:creationId xmlns:a16="http://schemas.microsoft.com/office/drawing/2014/main" id="{127295A3-7223-4544-F1AC-6F7EC8C54E8E}"/>
                  </a:ext>
                </a:extLst>
              </p:cNvPr>
              <p:cNvSpPr/>
              <p:nvPr/>
            </p:nvSpPr>
            <p:spPr>
              <a:xfrm>
                <a:off x="5073410" y="1386577"/>
                <a:ext cx="2851390" cy="1144120"/>
              </a:xfrm>
              <a:custGeom>
                <a:avLst/>
                <a:gdLst/>
                <a:ahLst/>
                <a:cxnLst/>
                <a:rect l="l" t="t" r="r" b="b"/>
                <a:pathLst>
                  <a:path w="5614364" h="2252763">
                    <a:moveTo>
                      <a:pt x="0" y="0"/>
                    </a:moveTo>
                    <a:lnTo>
                      <a:pt x="5614364" y="0"/>
                    </a:lnTo>
                    <a:lnTo>
                      <a:pt x="5614364" y="2252763"/>
                    </a:lnTo>
                    <a:lnTo>
                      <a:pt x="0" y="2252763"/>
                    </a:lnTo>
                    <a:lnTo>
                      <a:pt x="0" y="0"/>
                    </a:lnTo>
                    <a:close/>
                  </a:path>
                </a:pathLst>
              </a:custGeom>
              <a:blipFill>
                <a:blip>
                  <a:extLst>
                    <a:ext uri="{96DAC541-7B7A-43D3-8B79-37D633B846F1}">
                      <asvg:svgBlip xmlns:asvg="http://schemas.microsoft.com/office/drawing/2016/SVG/main" r:embed="rId9"/>
                    </a:ext>
                  </a:extLst>
                </a:blip>
                <a:stretch>
                  <a:fillRect/>
                </a:stretch>
              </a:blipFill>
            </p:spPr>
            <p:txBody>
              <a:bodyPr/>
              <a:lstStyle/>
              <a:p>
                <a:endParaRPr lang="en-US" sz="1200" dirty="0"/>
              </a:p>
            </p:txBody>
          </p:sp>
          <p:sp>
            <p:nvSpPr>
              <p:cNvPr id="72" name="TextBox 11">
                <a:extLst>
                  <a:ext uri="{FF2B5EF4-FFF2-40B4-BE49-F238E27FC236}">
                    <a16:creationId xmlns:a16="http://schemas.microsoft.com/office/drawing/2014/main" id="{23E875C8-CD1A-9083-82AA-110CE5076C36}"/>
                  </a:ext>
                </a:extLst>
              </p:cNvPr>
              <p:cNvSpPr txBox="1"/>
              <p:nvPr/>
            </p:nvSpPr>
            <p:spPr>
              <a:xfrm rot="622474">
                <a:off x="5829647" y="1507114"/>
                <a:ext cx="839253" cy="1234903"/>
              </a:xfrm>
              <a:prstGeom prst="rect">
                <a:avLst/>
              </a:prstGeom>
            </p:spPr>
            <p:txBody>
              <a:bodyPr wrap="square" lIns="0" tIns="0" rIns="0" bIns="0" rtlCol="0" anchor="t">
                <a:spAutoFit/>
              </a:bodyPr>
              <a:lstStyle/>
              <a:p>
                <a:pPr algn="ctr">
                  <a:lnSpc>
                    <a:spcPts val="5374"/>
                  </a:lnSpc>
                </a:pPr>
                <a:r>
                  <a:rPr lang="en-US" sz="5867" spc="-590" dirty="0">
                    <a:solidFill>
                      <a:srgbClr val="000000"/>
                    </a:solidFill>
                    <a:latin typeface="Linotype Feltpen"/>
                    <a:ea typeface="Linotype Feltpen"/>
                    <a:cs typeface="Linotype Feltpen"/>
                    <a:sym typeface="Linotype Feltpen"/>
                  </a:rPr>
                  <a:t>1</a:t>
                </a:r>
              </a:p>
            </p:txBody>
          </p:sp>
        </p:grpSp>
        <p:sp>
          <p:nvSpPr>
            <p:cNvPr id="69" name="TextBox 68">
              <a:extLst>
                <a:ext uri="{FF2B5EF4-FFF2-40B4-BE49-F238E27FC236}">
                  <a16:creationId xmlns:a16="http://schemas.microsoft.com/office/drawing/2014/main" id="{ABD2A014-5E90-08C4-C60A-046C2E754CCA}"/>
                </a:ext>
              </a:extLst>
            </p:cNvPr>
            <p:cNvSpPr txBox="1"/>
            <p:nvPr/>
          </p:nvSpPr>
          <p:spPr>
            <a:xfrm rot="434367">
              <a:off x="4744674" y="2716548"/>
              <a:ext cx="8184731" cy="877162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r>
                <a:rPr lang="en-US" sz="3200" b="1" dirty="0"/>
                <a:t>Medical and Scientific Papers:</a:t>
              </a:r>
            </a:p>
          </p:txBody>
        </p:sp>
        <p:sp>
          <p:nvSpPr>
            <p:cNvPr id="70" name="TextBox 69">
              <a:extLst>
                <a:ext uri="{FF2B5EF4-FFF2-40B4-BE49-F238E27FC236}">
                  <a16:creationId xmlns:a16="http://schemas.microsoft.com/office/drawing/2014/main" id="{2F42D0A3-6054-A2B8-590A-FCCDC3C3B87C}"/>
                </a:ext>
              </a:extLst>
            </p:cNvPr>
            <p:cNvSpPr txBox="1"/>
            <p:nvPr/>
          </p:nvSpPr>
          <p:spPr>
            <a:xfrm rot="428814">
              <a:off x="4758411" y="3733870"/>
              <a:ext cx="9980153" cy="2255137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>
                <a:lnSpc>
                  <a:spcPct val="200000"/>
                </a:lnSpc>
              </a:pPr>
              <a:r>
                <a:rPr lang="en-US" sz="1600" dirty="0"/>
                <a:t>Technical writing in the medical and scientific field simplifies complex information into clear content that helps researchers interpret findings, organize data, and publish results.</a:t>
              </a:r>
            </a:p>
          </p:txBody>
        </p:sp>
      </p:grpSp>
      <p:pic>
        <p:nvPicPr>
          <p:cNvPr id="12" name="Picture 11">
            <a:extLst>
              <a:ext uri="{FF2B5EF4-FFF2-40B4-BE49-F238E27FC236}">
                <a16:creationId xmlns:a16="http://schemas.microsoft.com/office/drawing/2014/main" id="{B5638512-29C0-40F1-B871-DAE16F4DA81A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941554" y="1124119"/>
            <a:ext cx="2384568" cy="3152282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6516E837-D3D3-0965-A1CA-83D24AE1333A}"/>
              </a:ext>
            </a:extLst>
          </p:cNvPr>
          <p:cNvSpPr/>
          <p:nvPr/>
        </p:nvSpPr>
        <p:spPr>
          <a:xfrm>
            <a:off x="-6186818" y="-80826"/>
            <a:ext cx="6105274" cy="6858000"/>
          </a:xfrm>
          <a:prstGeom prst="rect">
            <a:avLst/>
          </a:prstGeom>
          <a:pattFill prst="pct80">
            <a:fgClr>
              <a:srgbClr val="DDF6FF"/>
            </a:fgClr>
            <a:bgClr>
              <a:schemeClr val="bg1"/>
            </a:bgClr>
          </a:pattFill>
          <a:ln>
            <a:noFill/>
          </a:ln>
          <a:effectLst>
            <a:outerShdw blurRad="38100" dist="101600" dir="8100000" algn="ctr" rotWithShape="0">
              <a:srgbClr val="000000">
                <a:alpha val="53000"/>
              </a:srgb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bIns="4297680" rtlCol="0" anchor="ctr">
            <a:noAutofit/>
            <a:scene3d>
              <a:camera prst="orthographicFront"/>
              <a:lightRig rig="threePt" dir="t"/>
            </a:scene3d>
            <a:sp3d extrusionH="57150">
              <a:bevelT w="38100" h="38100"/>
            </a:sp3d>
          </a:bodyPr>
          <a:lstStyle/>
          <a:p>
            <a:pPr algn="ctr"/>
            <a:endParaRPr lang="en-US" sz="1801" dirty="0"/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18EB2875-B754-9968-D34F-8EA989E20846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13885919">
            <a:off x="11068175" y="-730912"/>
            <a:ext cx="1110594" cy="1478973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A1E03BEF-4307-B713-CB70-188F2E009C0F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 rot="857297">
            <a:off x="-333417" y="5707728"/>
            <a:ext cx="1348923" cy="179635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5C8A084-982E-5217-7405-A80031D7AE0D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2171994" y="-24629"/>
            <a:ext cx="674757" cy="891996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id="{B81065C9-4002-4F14-3CB3-C1D9E2BFCB9B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217830" y="6083664"/>
            <a:ext cx="675551" cy="934053"/>
          </a:xfrm>
          <a:prstGeom prst="rect">
            <a:avLst/>
          </a:prstGeom>
        </p:spPr>
      </p:pic>
      <p:pic>
        <p:nvPicPr>
          <p:cNvPr id="23" name="Picture 22">
            <a:extLst>
              <a:ext uri="{FF2B5EF4-FFF2-40B4-BE49-F238E27FC236}">
                <a16:creationId xmlns:a16="http://schemas.microsoft.com/office/drawing/2014/main" id="{87F1C63E-689F-A50A-D797-9C6C5F8396D0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454045" y="5225683"/>
            <a:ext cx="1230050" cy="1700733"/>
          </a:xfrm>
          <a:prstGeom prst="rect">
            <a:avLst/>
          </a:prstGeom>
        </p:spPr>
      </p:pic>
      <p:pic>
        <p:nvPicPr>
          <p:cNvPr id="25" name="Picture 24">
            <a:extLst>
              <a:ext uri="{FF2B5EF4-FFF2-40B4-BE49-F238E27FC236}">
                <a16:creationId xmlns:a16="http://schemas.microsoft.com/office/drawing/2014/main" id="{0DFEE1DD-8807-A86E-B7D1-710FF19DC342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9193380" y="5757914"/>
            <a:ext cx="568927" cy="786630"/>
          </a:xfrm>
          <a:prstGeom prst="rect">
            <a:avLst/>
          </a:prstGeom>
        </p:spPr>
      </p:pic>
      <p:sp>
        <p:nvSpPr>
          <p:cNvPr id="26" name="Freeform 7">
            <a:extLst>
              <a:ext uri="{FF2B5EF4-FFF2-40B4-BE49-F238E27FC236}">
                <a16:creationId xmlns:a16="http://schemas.microsoft.com/office/drawing/2014/main" id="{A248757F-B4BF-765A-90E6-22B9E8243F0C}"/>
              </a:ext>
            </a:extLst>
          </p:cNvPr>
          <p:cNvSpPr/>
          <p:nvPr/>
        </p:nvSpPr>
        <p:spPr>
          <a:xfrm rot="-5930165">
            <a:off x="12084012" y="18568"/>
            <a:ext cx="1696436" cy="1859108"/>
          </a:xfrm>
          <a:custGeom>
            <a:avLst/>
            <a:gdLst/>
            <a:ahLst/>
            <a:cxnLst/>
            <a:rect l="l" t="t" r="r" b="b"/>
            <a:pathLst>
              <a:path w="2544654" h="2788662">
                <a:moveTo>
                  <a:pt x="0" y="0"/>
                </a:moveTo>
                <a:lnTo>
                  <a:pt x="2544655" y="0"/>
                </a:lnTo>
                <a:lnTo>
                  <a:pt x="2544655" y="2788662"/>
                </a:lnTo>
                <a:lnTo>
                  <a:pt x="0" y="2788662"/>
                </a:lnTo>
                <a:lnTo>
                  <a:pt x="0" y="0"/>
                </a:lnTo>
                <a:close/>
              </a:path>
            </a:pathLst>
          </a:custGeom>
          <a:blipFill>
            <a:blip r:embed="rId13"/>
            <a:stretch>
              <a:fillRect/>
            </a:stretch>
          </a:blipFill>
        </p:spPr>
        <p:txBody>
          <a:bodyPr/>
          <a:lstStyle/>
          <a:p>
            <a:endParaRPr lang="en-US" sz="120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1E89C-12D1-0180-60F3-DBF53E3561C3}"/>
              </a:ext>
            </a:extLst>
          </p:cNvPr>
          <p:cNvSpPr txBox="1"/>
          <p:nvPr/>
        </p:nvSpPr>
        <p:spPr>
          <a:xfrm>
            <a:off x="1377479" y="2798712"/>
            <a:ext cx="6389540" cy="33239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5"/>
                </a:solidFill>
              </a:rPr>
              <a:t>Inputs</a:t>
            </a:r>
          </a:p>
          <a:p>
            <a:r>
              <a:rPr lang="en-US" b="1" dirty="0"/>
              <a:t>UART RX Line:</a:t>
            </a:r>
            <a:r>
              <a:rPr lang="en-US" dirty="0"/>
              <a:t> Receives success commands from Arduino 1.</a:t>
            </a:r>
          </a:p>
          <a:p>
            <a:r>
              <a:rPr lang="en-US" b="1" dirty="0"/>
              <a:t>Ultrasonic sensor: </a:t>
            </a:r>
            <a:r>
              <a:rPr lang="en-US" dirty="0"/>
              <a:t>Detects ball presence at the storage tank entrance</a:t>
            </a:r>
          </a:p>
          <a:p>
            <a:r>
              <a:rPr lang="en-US" b="1" dirty="0"/>
              <a:t>TCS3200 Color Sensor</a:t>
            </a:r>
            <a:r>
              <a:rPr lang="en-US" dirty="0"/>
              <a:t>: Identifies ball color using light-to-frequency conversion</a:t>
            </a:r>
          </a:p>
          <a:p>
            <a:endParaRPr lang="en-US" dirty="0"/>
          </a:p>
          <a:p>
            <a:r>
              <a:rPr lang="en-US" sz="2400" b="1" dirty="0">
                <a:solidFill>
                  <a:schemeClr val="accent5"/>
                </a:solidFill>
              </a:rPr>
              <a:t>Outputs</a:t>
            </a:r>
          </a:p>
          <a:p>
            <a:r>
              <a:rPr lang="en-US" b="1" dirty="0"/>
              <a:t>Shooting Servo Motor: </a:t>
            </a:r>
            <a:r>
              <a:rPr lang="en-US" dirty="0"/>
              <a:t>Triggers the catapult mechanism </a:t>
            </a:r>
          </a:p>
          <a:p>
            <a:r>
              <a:rPr lang="en-US" b="1" dirty="0"/>
              <a:t>Sorting Servo Motor: </a:t>
            </a:r>
            <a:r>
              <a:rPr lang="en-US" dirty="0"/>
              <a:t>Controls directional gates for color routing</a:t>
            </a:r>
          </a:p>
        </p:txBody>
      </p:sp>
    </p:spTree>
    <p:extLst>
      <p:ext uri="{BB962C8B-B14F-4D97-AF65-F5344CB8AC3E}">
        <p14:creationId xmlns:p14="http://schemas.microsoft.com/office/powerpoint/2010/main" val="204964601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EA5949B-36FC-79B3-228C-959AE3D309F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CB2748B3-AED4-2563-EC2B-70387F3D002A}"/>
              </a:ext>
            </a:extLst>
          </p:cNvPr>
          <p:cNvSpPr/>
          <p:nvPr/>
        </p:nvSpPr>
        <p:spPr>
          <a:xfrm flipH="1">
            <a:off x="0" y="-2213483"/>
            <a:ext cx="12192000" cy="4291782"/>
          </a:xfrm>
          <a:custGeom>
            <a:avLst/>
            <a:gdLst>
              <a:gd name="connsiteX0" fmla="*/ 6096000 w 12192000"/>
              <a:gd name="connsiteY0" fmla="*/ 0 h 4291782"/>
              <a:gd name="connsiteX1" fmla="*/ 0 w 12192000"/>
              <a:gd name="connsiteY1" fmla="*/ 0 h 4291782"/>
              <a:gd name="connsiteX2" fmla="*/ 0 w 12192000"/>
              <a:gd name="connsiteY2" fmla="*/ 4291781 h 4291782"/>
              <a:gd name="connsiteX3" fmla="*/ 1976284 w 12192000"/>
              <a:gd name="connsiteY3" fmla="*/ 3996813 h 4291782"/>
              <a:gd name="connsiteX4" fmla="*/ 3229897 w 12192000"/>
              <a:gd name="connsiteY4" fmla="*/ 2462980 h 4291782"/>
              <a:gd name="connsiteX5" fmla="*/ 5191432 w 12192000"/>
              <a:gd name="connsiteY5" fmla="*/ 2713703 h 4291782"/>
              <a:gd name="connsiteX6" fmla="*/ 6096000 w 12192000"/>
              <a:gd name="connsiteY6" fmla="*/ 1474839 h 4291782"/>
              <a:gd name="connsiteX7" fmla="*/ 6096000 w 12192000"/>
              <a:gd name="connsiteY7" fmla="*/ 1474840 h 4291782"/>
              <a:gd name="connsiteX8" fmla="*/ 7000568 w 12192000"/>
              <a:gd name="connsiteY8" fmla="*/ 2713704 h 4291782"/>
              <a:gd name="connsiteX9" fmla="*/ 8962103 w 12192000"/>
              <a:gd name="connsiteY9" fmla="*/ 2462981 h 4291782"/>
              <a:gd name="connsiteX10" fmla="*/ 10215716 w 12192000"/>
              <a:gd name="connsiteY10" fmla="*/ 3996814 h 4291782"/>
              <a:gd name="connsiteX11" fmla="*/ 12192000 w 12192000"/>
              <a:gd name="connsiteY11" fmla="*/ 4291782 h 4291782"/>
              <a:gd name="connsiteX12" fmla="*/ 12192000 w 12192000"/>
              <a:gd name="connsiteY12" fmla="*/ 1 h 4291782"/>
              <a:gd name="connsiteX13" fmla="*/ 6096000 w 12192000"/>
              <a:gd name="connsiteY13" fmla="*/ 1 h 429178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</a:cxnLst>
            <a:rect l="l" t="t" r="r" b="b"/>
            <a:pathLst>
              <a:path w="12192000" h="4291782">
                <a:moveTo>
                  <a:pt x="6096000" y="0"/>
                </a:moveTo>
                <a:lnTo>
                  <a:pt x="0" y="0"/>
                </a:lnTo>
                <a:lnTo>
                  <a:pt x="0" y="4291781"/>
                </a:lnTo>
                <a:cubicBezTo>
                  <a:pt x="557980" y="3229897"/>
                  <a:pt x="1172497" y="4257368"/>
                  <a:pt x="1976284" y="3996813"/>
                </a:cubicBezTo>
                <a:cubicBezTo>
                  <a:pt x="2780071" y="3736258"/>
                  <a:pt x="2561304" y="2676832"/>
                  <a:pt x="3229897" y="2462980"/>
                </a:cubicBezTo>
                <a:cubicBezTo>
                  <a:pt x="3898490" y="2249128"/>
                  <a:pt x="4728496" y="3055374"/>
                  <a:pt x="5191432" y="2713703"/>
                </a:cubicBezTo>
                <a:cubicBezTo>
                  <a:pt x="5654368" y="2372032"/>
                  <a:pt x="5945239" y="1895168"/>
                  <a:pt x="6096000" y="1474839"/>
                </a:cubicBezTo>
                <a:lnTo>
                  <a:pt x="6096000" y="1474840"/>
                </a:lnTo>
                <a:cubicBezTo>
                  <a:pt x="6246761" y="1895169"/>
                  <a:pt x="6537632" y="2372033"/>
                  <a:pt x="7000568" y="2713704"/>
                </a:cubicBezTo>
                <a:cubicBezTo>
                  <a:pt x="7463504" y="3055375"/>
                  <a:pt x="8293510" y="2249129"/>
                  <a:pt x="8962103" y="2462981"/>
                </a:cubicBezTo>
                <a:cubicBezTo>
                  <a:pt x="9630696" y="2676833"/>
                  <a:pt x="9411929" y="3736259"/>
                  <a:pt x="10215716" y="3996814"/>
                </a:cubicBezTo>
                <a:cubicBezTo>
                  <a:pt x="11019503" y="4257369"/>
                  <a:pt x="11634020" y="3229898"/>
                  <a:pt x="12192000" y="4291782"/>
                </a:cubicBezTo>
                <a:lnTo>
                  <a:pt x="12192000" y="1"/>
                </a:lnTo>
                <a:lnTo>
                  <a:pt x="6096000" y="1"/>
                </a:lnTo>
                <a:close/>
              </a:path>
            </a:pathLst>
          </a:custGeom>
          <a:gradFill>
            <a:gsLst>
              <a:gs pos="84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A8D2E8F9-498A-1844-961A-C6CCB9FBB6A7}"/>
              </a:ext>
            </a:extLst>
          </p:cNvPr>
          <p:cNvSpPr/>
          <p:nvPr/>
        </p:nvSpPr>
        <p:spPr>
          <a:xfrm>
            <a:off x="6490" y="-6953295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BA6FC4D1-C72F-8C0C-022A-1A86015A1BD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 rot="18900000">
            <a:off x="5404872" y="-2286842"/>
            <a:ext cx="1395236" cy="1395236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A3B63F4-3253-DF43-59B6-D44C2AF36D24}"/>
              </a:ext>
            </a:extLst>
          </p:cNvPr>
          <p:cNvSpPr txBox="1"/>
          <p:nvPr/>
        </p:nvSpPr>
        <p:spPr>
          <a:xfrm>
            <a:off x="-9790970" y="1852411"/>
            <a:ext cx="94196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/>
              <a:t>The lifting mechanism uses an </a:t>
            </a:r>
            <a:r>
              <a:rPr lang="en-US" b="1" dirty="0"/>
              <a:t>Archimedes Screw</a:t>
            </a:r>
            <a:r>
              <a:rPr lang="en-US" dirty="0"/>
              <a:t> to transport the ball vertically to a higher level within the toy.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/>
              <a:t>Purpose: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Demonstrate a classical mechanical lifting technique.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 continuous ball circulation inside the toy.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 children's understanding of mechanical motion.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DDA8454-815B-0D8D-C1B0-B631AE1FC53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2378078" y="6264139"/>
            <a:ext cx="2384568" cy="3152282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226D5149-3521-946F-D3AA-CAD333793DA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70740" y="-1443664"/>
            <a:ext cx="719766" cy="9951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3D6B257-62EF-13A2-73BB-E6B30887AC6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39183" y="-1539532"/>
            <a:ext cx="719766" cy="995187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AD2439C8-DE49-9B59-6B84-2F4147F0183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310857" y="-2062769"/>
            <a:ext cx="719766" cy="9951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BAE5225D-8CC6-41B2-07B1-04B68B335A2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934903" y="-2037126"/>
            <a:ext cx="719766" cy="995187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0E2000A-9A9D-358D-A476-FB185B54B43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74774" y="733531"/>
            <a:ext cx="11123358" cy="55306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5851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25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B3D7C6D-077F-8E2B-F08A-362FA7090D3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Arrow: Clockwise curve with solid fill">
            <a:extLst>
              <a:ext uri="{FF2B5EF4-FFF2-40B4-BE49-F238E27FC236}">
                <a16:creationId xmlns:a16="http://schemas.microsoft.com/office/drawing/2014/main" id="{49645F46-5175-6378-F853-26A8B197457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680" y="300865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34FBDB7-7CB8-B14F-006A-A3BE07F434E1}"/>
              </a:ext>
            </a:extLst>
          </p:cNvPr>
          <p:cNvSpPr txBox="1"/>
          <p:nvPr/>
        </p:nvSpPr>
        <p:spPr>
          <a:xfrm>
            <a:off x="1217080" y="322713"/>
            <a:ext cx="20949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/>
              <a:t>Learning Station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2F9D2954-8E71-E3F1-24A9-5D3461619D37}"/>
              </a:ext>
            </a:extLst>
          </p:cNvPr>
          <p:cNvSpPr txBox="1"/>
          <p:nvPr/>
        </p:nvSpPr>
        <p:spPr>
          <a:xfrm>
            <a:off x="302680" y="1537978"/>
            <a:ext cx="9419670" cy="33417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/>
              <a:t>Purpose</a:t>
            </a:r>
            <a:r>
              <a:rPr lang="en-US" dirty="0"/>
              <a:t>: The Learning Station is the starting point of the mission. It provides educational interaction by presenting math challenges to the player.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/>
              <a:t>Operation</a:t>
            </a:r>
            <a:r>
              <a:rPr lang="en-US" dirty="0"/>
              <a:t>: The user enters an answer using the touchscreen interface. If the answer is correct, the system activates and allows the seed to begin its journey through the research station.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Graphic 9" descr="Bullseye with solid fill">
            <a:extLst>
              <a:ext uri="{FF2B5EF4-FFF2-40B4-BE49-F238E27FC236}">
                <a16:creationId xmlns:a16="http://schemas.microsoft.com/office/drawing/2014/main" id="{820EA7C6-05E1-D7F3-D221-147FA12C2AD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68920" y="300865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80F8F85F-DE16-730B-D776-E39BDDF5AC37}"/>
              </a:ext>
            </a:extLst>
          </p:cNvPr>
          <p:cNvSpPr txBox="1"/>
          <p:nvPr/>
        </p:nvSpPr>
        <p:spPr>
          <a:xfrm>
            <a:off x="759880" y="-1033248"/>
            <a:ext cx="3094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/>
              <a:t>Shooting</a:t>
            </a:r>
          </a:p>
          <a:p>
            <a:pPr algn="ctr"/>
            <a:r>
              <a:rPr lang="en-US" sz="2600" b="1" dirty="0"/>
              <a:t>Mechanism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21CBA6F2-8E84-8406-28FE-1BE49EA4C42E}"/>
              </a:ext>
            </a:extLst>
          </p:cNvPr>
          <p:cNvSpPr txBox="1"/>
          <p:nvPr/>
        </p:nvSpPr>
        <p:spPr>
          <a:xfrm>
            <a:off x="302680" y="7042856"/>
            <a:ext cx="8456728" cy="389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/>
              <a:t>The shooting mechanism is based on the </a:t>
            </a:r>
            <a:r>
              <a:rPr lang="en-US" b="1" dirty="0"/>
              <a:t>Catapult Method</a:t>
            </a:r>
            <a:r>
              <a:rPr lang="en-US" dirty="0"/>
              <a:t>. After receiving the ball, the catapult stores mechanical energy and launches the ball toward the next stage of the toy.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/>
              <a:t>Purpose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Increase excitement and engagement.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Demonstrate energy storage and transfer concepts.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 a dynamic transition between stages.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9908EC7B-E9B5-B8EB-A5A5-BE432C685C1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89604" y="4959146"/>
            <a:ext cx="2384568" cy="31522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2214B561-8D07-ED6E-FBE0-C33CF74D6CB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8437" y="122634"/>
            <a:ext cx="719766" cy="9951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659DDBBB-064E-1D6A-0F43-7F1F02D87F7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8437" y="-1050146"/>
            <a:ext cx="719766" cy="9951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F85C55AD-18FE-BF66-88E3-EF5EAA29C49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4473" y="-1069177"/>
            <a:ext cx="719766" cy="9951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4032212B-8E10-2123-FBCE-3CEB72C5C0A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4473" y="-884321"/>
            <a:ext cx="719766" cy="9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03998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70683D8B-8094-062D-B1C0-F9EB7DE3D079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22B4CA-BA06-B31F-795E-ADF8A311DC33}"/>
              </a:ext>
            </a:extLst>
          </p:cNvPr>
          <p:cNvSpPr txBox="1"/>
          <p:nvPr/>
        </p:nvSpPr>
        <p:spPr>
          <a:xfrm>
            <a:off x="745887" y="374005"/>
            <a:ext cx="30945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/>
              <a:t>Seed Elevator</a:t>
            </a:r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C00C6872-9FE5-F140-7F5E-65C319D80E51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8687" y="322415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130EB84-E7B7-FD80-513F-2BA2E39D721F}"/>
              </a:ext>
            </a:extLst>
          </p:cNvPr>
          <p:cNvSpPr txBox="1"/>
          <p:nvPr/>
        </p:nvSpPr>
        <p:spPr>
          <a:xfrm>
            <a:off x="-9130983" y="1797058"/>
            <a:ext cx="94196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/>
              <a:t>The lifting mechanism uses an </a:t>
            </a:r>
            <a:r>
              <a:rPr lang="en-US" b="1" dirty="0"/>
              <a:t>Archimedes Screw</a:t>
            </a:r>
            <a:r>
              <a:rPr lang="en-US" dirty="0"/>
              <a:t> to transport the ball vertically to a higher level within the toy.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/>
              <a:t>Purpose: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Demonstrate a classical mechanical lifting technique.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 continuous ball circulation inside the toy.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 children's understanding of mechanical motion.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4222473-93C6-1055-ADE0-A04FC9D6A834}"/>
              </a:ext>
            </a:extLst>
          </p:cNvPr>
          <p:cNvSpPr txBox="1"/>
          <p:nvPr/>
        </p:nvSpPr>
        <p:spPr>
          <a:xfrm>
            <a:off x="962942" y="1610820"/>
            <a:ext cx="8456728" cy="22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/>
              <a:t>Purpose</a:t>
            </a:r>
            <a:r>
              <a:rPr lang="en-US" dirty="0"/>
              <a:t>: To transport the seed from the ground level to the upper section of the system.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/>
              <a:t>Operation</a:t>
            </a:r>
            <a:r>
              <a:rPr lang="en-US" dirty="0"/>
              <a:t>: An Archimedes screw mechanism rotates continuously, lifting the seed upward until it reaches the transport path.</a:t>
            </a:r>
          </a:p>
        </p:txBody>
      </p:sp>
      <p:pic>
        <p:nvPicPr>
          <p:cNvPr id="12" name="Graphic 11" descr="Magnifying glass with solid fill">
            <a:extLst>
              <a:ext uri="{FF2B5EF4-FFF2-40B4-BE49-F238E27FC236}">
                <a16:creationId xmlns:a16="http://schemas.microsoft.com/office/drawing/2014/main" id="{52E14C7A-65BF-416A-0847-1DED4EC2AFD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63543" y="329255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1C400F-1442-F0B7-8430-9F9204F0013C}"/>
              </a:ext>
            </a:extLst>
          </p:cNvPr>
          <p:cNvSpPr txBox="1"/>
          <p:nvPr/>
        </p:nvSpPr>
        <p:spPr>
          <a:xfrm>
            <a:off x="1145283" y="-1158712"/>
            <a:ext cx="26005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/>
              <a:t>Sorting</a:t>
            </a:r>
          </a:p>
          <a:p>
            <a:pPr algn="ctr"/>
            <a:r>
              <a:rPr lang="en-US" sz="2600" b="1" dirty="0"/>
              <a:t>Mechanism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01FC552-DAEC-FD8D-C7CB-4EF28FADCA40}"/>
              </a:ext>
            </a:extLst>
          </p:cNvPr>
          <p:cNvSpPr txBox="1"/>
          <p:nvPr/>
        </p:nvSpPr>
        <p:spPr>
          <a:xfrm>
            <a:off x="288687" y="7091007"/>
            <a:ext cx="92946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/>
              <a:t>The sorting mechanism uses a </a:t>
            </a:r>
            <a:r>
              <a:rPr lang="en-US" b="1" dirty="0"/>
              <a:t>Color Sensor</a:t>
            </a:r>
            <a:r>
              <a:rPr lang="en-US" dirty="0"/>
              <a:t> to detect the color of the ball. Based on the detected color, the system automatically directs the ball to the appropriate path.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/>
              <a:t>Purpose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Teach color recognition.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Demonstrate sensor-based automation.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Introduce basic industrial sorting concepts.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A1C7148F-1E51-0690-B90F-4898E6D5349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3828" y="4959146"/>
            <a:ext cx="2384568" cy="31522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B116572E-D310-2ACD-CA76-84C83458747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8437" y="122634"/>
            <a:ext cx="719766" cy="9951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8732395-31AA-D84F-E90B-B299F08E2AC9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1312" y="122634"/>
            <a:ext cx="719766" cy="9951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4897899-A964-090D-B361-76D4146068A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1312" y="-1370908"/>
            <a:ext cx="719766" cy="9951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3BCCC130-19D1-D219-BD5D-4FBF3CAC895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7316" y="-1320813"/>
            <a:ext cx="719766" cy="9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436045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8A2C037B-4416-1D64-BFB2-3040006FE633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 descr="Magnifying glass with solid fill">
            <a:extLst>
              <a:ext uri="{FF2B5EF4-FFF2-40B4-BE49-F238E27FC236}">
                <a16:creationId xmlns:a16="http://schemas.microsoft.com/office/drawing/2014/main" id="{3654307D-1E8A-1FAB-4C76-04525611CEE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0217" y="255688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5D468F7-9198-7CF0-68C4-5BB5DBAE5904}"/>
              </a:ext>
            </a:extLst>
          </p:cNvPr>
          <p:cNvSpPr txBox="1"/>
          <p:nvPr/>
        </p:nvSpPr>
        <p:spPr>
          <a:xfrm>
            <a:off x="1237106" y="572164"/>
            <a:ext cx="26005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/>
              <a:t>Transport Tube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F50C7A2-4283-2929-0778-327F43E7CC5F}"/>
              </a:ext>
            </a:extLst>
          </p:cNvPr>
          <p:cNvSpPr txBox="1"/>
          <p:nvPr/>
        </p:nvSpPr>
        <p:spPr>
          <a:xfrm>
            <a:off x="-8667744" y="1481127"/>
            <a:ext cx="8456728" cy="389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/>
              <a:t>The shooting mechanism is based on the </a:t>
            </a:r>
            <a:r>
              <a:rPr lang="en-US" b="1"/>
              <a:t>Catapult Method</a:t>
            </a:r>
            <a:r>
              <a:rPr lang="en-US"/>
              <a:t>. After receiving the ball, the catapult stores mechanical energy and launches the ball toward the next stage of the toy.</a:t>
            </a:r>
          </a:p>
          <a:p>
            <a:pPr>
              <a:lnSpc>
                <a:spcPct val="200000"/>
              </a:lnSpc>
              <a:buNone/>
            </a:pPr>
            <a:r>
              <a:rPr lang="en-US" b="1"/>
              <a:t>Purpose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/>
              <a:t>Increase excitement and engagement.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/>
              <a:t>Demonstrate energy storage and transfer concepts.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/>
              <a:t>Provide a dynamic transition between stages.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46ECA9C5-0A9C-01DF-6DB5-6037EBC8BAE5}"/>
              </a:ext>
            </a:extLst>
          </p:cNvPr>
          <p:cNvSpPr txBox="1"/>
          <p:nvPr/>
        </p:nvSpPr>
        <p:spPr>
          <a:xfrm>
            <a:off x="370217" y="1481127"/>
            <a:ext cx="9294644" cy="22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/>
              <a:t>Purpose</a:t>
            </a:r>
            <a:r>
              <a:rPr lang="en-US" dirty="0"/>
              <a:t>: To guide the seed from the elevator to the launch chamber.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/>
              <a:t>Operation</a:t>
            </a:r>
            <a:r>
              <a:rPr lang="en-US" dirty="0"/>
              <a:t>: After reaching the top of the elevator, gravity moves the seed through a curved track toward the launching mechanism.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14FE8D31-B7F1-47D3-D519-E3FE396509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9604" y="4959146"/>
            <a:ext cx="2384568" cy="31522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70A015E-ADBD-341E-5E89-0DC008D0EE3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333" y="74572"/>
            <a:ext cx="719766" cy="9951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33845B04-8893-CC1F-B722-0FB998E8389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5054" y="74571"/>
            <a:ext cx="719766" cy="9951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B6F3651F-E8D8-8D73-EFA6-7D18B0F130F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194" y="478231"/>
            <a:ext cx="719766" cy="9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68068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A6C4ACC-AFD7-1C03-9B6C-3845E98AA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D1C83DA1-73BB-20D2-D00E-2DE3471B1DFD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5" name="Graphic 4" descr="Arrow: Clockwise curve with solid fill">
            <a:extLst>
              <a:ext uri="{FF2B5EF4-FFF2-40B4-BE49-F238E27FC236}">
                <a16:creationId xmlns:a16="http://schemas.microsoft.com/office/drawing/2014/main" id="{C02C317A-D124-7B99-6C0C-D81DA1FF73A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02680" y="300865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0B3003A-83D9-3D91-A736-8FB165D8FE85}"/>
              </a:ext>
            </a:extLst>
          </p:cNvPr>
          <p:cNvSpPr txBox="1"/>
          <p:nvPr/>
        </p:nvSpPr>
        <p:spPr>
          <a:xfrm>
            <a:off x="1217080" y="322713"/>
            <a:ext cx="209494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/>
              <a:t>Launch Chamber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C06A2A8-3170-7F3A-8E20-07A8F632F0AB}"/>
              </a:ext>
            </a:extLst>
          </p:cNvPr>
          <p:cNvSpPr txBox="1"/>
          <p:nvPr/>
        </p:nvSpPr>
        <p:spPr>
          <a:xfrm>
            <a:off x="302680" y="1537978"/>
            <a:ext cx="9419670" cy="22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/>
              <a:t>Purpose: </a:t>
            </a:r>
            <a:r>
              <a:rPr lang="en-US" dirty="0"/>
              <a:t>To transfer the seed to the analysis section</a:t>
            </a:r>
            <a:r>
              <a:rPr lang="en-US" b="1" dirty="0"/>
              <a:t>.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/>
              <a:t>Operation: </a:t>
            </a:r>
            <a:r>
              <a:rPr lang="en-US" dirty="0"/>
              <a:t>A catapult mechanism stores elastic energy and releases it to launch the seed toward the next station.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Graphic 9" descr="Bullseye with solid fill">
            <a:extLst>
              <a:ext uri="{FF2B5EF4-FFF2-40B4-BE49-F238E27FC236}">
                <a16:creationId xmlns:a16="http://schemas.microsoft.com/office/drawing/2014/main" id="{A0775597-0BAC-0720-ACD5-A94D17E307E9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068920" y="300865"/>
            <a:ext cx="914400" cy="914400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2E9217B9-FB2D-5806-9482-1A990131728B}"/>
              </a:ext>
            </a:extLst>
          </p:cNvPr>
          <p:cNvSpPr txBox="1"/>
          <p:nvPr/>
        </p:nvSpPr>
        <p:spPr>
          <a:xfrm>
            <a:off x="759880" y="-1033248"/>
            <a:ext cx="309459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/>
              <a:t>Shooting</a:t>
            </a:r>
          </a:p>
          <a:p>
            <a:pPr algn="ctr"/>
            <a:r>
              <a:rPr lang="en-US" sz="2600" b="1" dirty="0"/>
              <a:t>Mechanism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56E1DD9A-B1C8-93F7-BBED-7C44DD890333}"/>
              </a:ext>
            </a:extLst>
          </p:cNvPr>
          <p:cNvSpPr txBox="1"/>
          <p:nvPr/>
        </p:nvSpPr>
        <p:spPr>
          <a:xfrm>
            <a:off x="302680" y="7042856"/>
            <a:ext cx="8456728" cy="389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/>
              <a:t>The shooting mechanism is based on the </a:t>
            </a:r>
            <a:r>
              <a:rPr lang="en-US" b="1" dirty="0"/>
              <a:t>Catapult Method</a:t>
            </a:r>
            <a:r>
              <a:rPr lang="en-US" dirty="0"/>
              <a:t>. After receiving the ball, the catapult stores mechanical energy and launches the ball toward the next stage of the toy.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/>
              <a:t>Purpose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Increase excitement and engagement.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Demonstrate energy storage and transfer concepts.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Provide a dynamic transition between stages.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0C14C465-6112-16AB-6F97-B5883E351EB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-889604" y="4959146"/>
            <a:ext cx="2384568" cy="3152282"/>
          </a:xfrm>
          <a:prstGeom prst="rect">
            <a:avLst/>
          </a:prstGeom>
        </p:spPr>
      </p:pic>
      <p:pic>
        <p:nvPicPr>
          <p:cNvPr id="14" name="Picture 13">
            <a:extLst>
              <a:ext uri="{FF2B5EF4-FFF2-40B4-BE49-F238E27FC236}">
                <a16:creationId xmlns:a16="http://schemas.microsoft.com/office/drawing/2014/main" id="{15650E0E-99F4-A652-4F80-62CF69838D5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8437" y="122634"/>
            <a:ext cx="719766" cy="995187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43FD3787-1D4C-890E-61DD-C4155E5D1C1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8437" y="-1050146"/>
            <a:ext cx="719766" cy="995187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16B82CC-6D62-6DCF-3B43-336CBB06522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4473" y="-1069177"/>
            <a:ext cx="719766" cy="995187"/>
          </a:xfrm>
          <a:prstGeom prst="rect">
            <a:avLst/>
          </a:prstGeom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0DA88A56-6AC9-DCB1-CA47-D5F8D006E9E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54473" y="-884321"/>
            <a:ext cx="719766" cy="9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231785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1FFE4B-6C5C-FE6F-A6DD-B515EBF065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35A20544-4610-7AD6-9F48-E49DDEEE5A1C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60DAA992-1329-8D7A-F5E8-8EF8233FD381}"/>
              </a:ext>
            </a:extLst>
          </p:cNvPr>
          <p:cNvSpPr txBox="1"/>
          <p:nvPr/>
        </p:nvSpPr>
        <p:spPr>
          <a:xfrm>
            <a:off x="745887" y="442423"/>
            <a:ext cx="3094593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/>
              <a:t>Analysis Center</a:t>
            </a:r>
          </a:p>
        </p:txBody>
      </p:sp>
      <p:pic>
        <p:nvPicPr>
          <p:cNvPr id="6" name="Graphic 5" descr="Bullseye with solid fill">
            <a:extLst>
              <a:ext uri="{FF2B5EF4-FFF2-40B4-BE49-F238E27FC236}">
                <a16:creationId xmlns:a16="http://schemas.microsoft.com/office/drawing/2014/main" id="{B1D74FCD-1A11-5B4E-DFB3-79192173BF8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288687" y="322415"/>
            <a:ext cx="914400" cy="91440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D857B8AE-515A-4CB2-3EBC-529F4B4C50B5}"/>
              </a:ext>
            </a:extLst>
          </p:cNvPr>
          <p:cNvSpPr txBox="1"/>
          <p:nvPr/>
        </p:nvSpPr>
        <p:spPr>
          <a:xfrm>
            <a:off x="-9130983" y="1797058"/>
            <a:ext cx="9419670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/>
              <a:t>The lifting mechanism uses an </a:t>
            </a:r>
            <a:r>
              <a:rPr lang="en-US" b="1" dirty="0"/>
              <a:t>Archimedes Screw</a:t>
            </a:r>
            <a:r>
              <a:rPr lang="en-US" dirty="0"/>
              <a:t> to transport the ball vertically to a higher level within the toy.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/>
              <a:t>Purpose: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Demonstrate a classical mechanical lifting technique.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Enable continuous ball circulation inside the toy.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Improve children's understanding of mechanical motion.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8731C73E-3D54-6C9D-5A04-4F1661DECB86}"/>
              </a:ext>
            </a:extLst>
          </p:cNvPr>
          <p:cNvSpPr txBox="1"/>
          <p:nvPr/>
        </p:nvSpPr>
        <p:spPr>
          <a:xfrm>
            <a:off x="962942" y="1610820"/>
            <a:ext cx="8456728" cy="167975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/>
              <a:t>Purpose: </a:t>
            </a:r>
            <a:r>
              <a:rPr lang="en-US" dirty="0"/>
              <a:t>To identify the type of seed.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/>
              <a:t>Operation: </a:t>
            </a:r>
            <a:r>
              <a:rPr lang="en-US" dirty="0"/>
              <a:t>The RGB color sensor detects the seed's color and sends the information to the Arduino for classification.</a:t>
            </a:r>
          </a:p>
        </p:txBody>
      </p:sp>
      <p:pic>
        <p:nvPicPr>
          <p:cNvPr id="12" name="Graphic 11" descr="Magnifying glass with solid fill">
            <a:extLst>
              <a:ext uri="{FF2B5EF4-FFF2-40B4-BE49-F238E27FC236}">
                <a16:creationId xmlns:a16="http://schemas.microsoft.com/office/drawing/2014/main" id="{C22CBA38-A023-AE3A-A227-E9861B91F34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-1363543" y="329255"/>
            <a:ext cx="914400" cy="914400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2D54EF12-0F78-4F07-717C-8EE07492ADE6}"/>
              </a:ext>
            </a:extLst>
          </p:cNvPr>
          <p:cNvSpPr txBox="1"/>
          <p:nvPr/>
        </p:nvSpPr>
        <p:spPr>
          <a:xfrm>
            <a:off x="1145283" y="-1158712"/>
            <a:ext cx="2600599" cy="8925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/>
              <a:t>Sorting</a:t>
            </a:r>
          </a:p>
          <a:p>
            <a:pPr algn="ctr"/>
            <a:r>
              <a:rPr lang="en-US" sz="2600" b="1" dirty="0"/>
              <a:t>Mechanism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382A470-66D7-56AF-3D89-8AA387135D6C}"/>
              </a:ext>
            </a:extLst>
          </p:cNvPr>
          <p:cNvSpPr txBox="1"/>
          <p:nvPr/>
        </p:nvSpPr>
        <p:spPr>
          <a:xfrm>
            <a:off x="288687" y="7091007"/>
            <a:ext cx="9294644" cy="397031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dirty="0"/>
              <a:t>The sorting mechanism uses a </a:t>
            </a:r>
            <a:r>
              <a:rPr lang="en-US" b="1" dirty="0"/>
              <a:t>Color Sensor</a:t>
            </a:r>
            <a:r>
              <a:rPr lang="en-US" dirty="0"/>
              <a:t> to detect the color of the ball. Based on the detected color, the system automatically directs the ball to the appropriate path.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/>
              <a:t>Purpose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Teach color recognition.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Demonstrate sensor-based automation.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 dirty="0"/>
              <a:t>Introduce basic industrial sorting concepts.</a:t>
            </a:r>
          </a:p>
          <a:p>
            <a:pPr>
              <a:buNone/>
            </a:pPr>
            <a:br>
              <a:rPr lang="en-US" dirty="0"/>
            </a:br>
            <a:endParaRPr lang="en-US" dirty="0"/>
          </a:p>
        </p:txBody>
      </p:sp>
      <p:pic>
        <p:nvPicPr>
          <p:cNvPr id="15" name="Picture 14">
            <a:extLst>
              <a:ext uri="{FF2B5EF4-FFF2-40B4-BE49-F238E27FC236}">
                <a16:creationId xmlns:a16="http://schemas.microsoft.com/office/drawing/2014/main" id="{F1705341-9F98-B80D-844C-14B4669B20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03828" y="4959146"/>
            <a:ext cx="2384568" cy="3152282"/>
          </a:xfrm>
          <a:prstGeom prst="rect">
            <a:avLst/>
          </a:prstGeom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DA809941-2AC5-FF69-ACF9-67743874DEB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08437" y="122634"/>
            <a:ext cx="719766" cy="995187"/>
          </a:xfrm>
          <a:prstGeom prst="rect">
            <a:avLst/>
          </a:prstGeom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C67D0040-040B-18A3-DB05-8665EC9215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1312" y="122634"/>
            <a:ext cx="719766" cy="995187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8D8D4B9B-EAD9-1E8C-E0B0-8F735570169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821312" y="-1370908"/>
            <a:ext cx="719766" cy="995187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4D3F9F23-9FD2-C265-0722-9D539391B5D6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27316" y="-1320813"/>
            <a:ext cx="719766" cy="9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4319092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EE26E0-C159-AA01-8E49-69B137A011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94A40A0-8394-7051-AE79-28ED94173DE7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 descr="Magnifying glass with solid fill">
            <a:extLst>
              <a:ext uri="{FF2B5EF4-FFF2-40B4-BE49-F238E27FC236}">
                <a16:creationId xmlns:a16="http://schemas.microsoft.com/office/drawing/2014/main" id="{142F51DA-CE71-A78B-5E8F-AC791D42EAC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0217" y="255688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6EF0F7B-E1D9-ACD6-4B37-7B52EF9C588A}"/>
              </a:ext>
            </a:extLst>
          </p:cNvPr>
          <p:cNvSpPr txBox="1"/>
          <p:nvPr/>
        </p:nvSpPr>
        <p:spPr>
          <a:xfrm>
            <a:off x="1237106" y="572164"/>
            <a:ext cx="26005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/>
              <a:t>Sorting Station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F35C1329-FE39-124B-37CF-7840DEE72F3E}"/>
              </a:ext>
            </a:extLst>
          </p:cNvPr>
          <p:cNvSpPr txBox="1"/>
          <p:nvPr/>
        </p:nvSpPr>
        <p:spPr>
          <a:xfrm>
            <a:off x="-8667744" y="1481127"/>
            <a:ext cx="8456728" cy="389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/>
              <a:t>The shooting mechanism is based on the </a:t>
            </a:r>
            <a:r>
              <a:rPr lang="en-US" b="1"/>
              <a:t>Catapult Method</a:t>
            </a:r>
            <a:r>
              <a:rPr lang="en-US"/>
              <a:t>. After receiving the ball, the catapult stores mechanical energy and launches the ball toward the next stage of the toy.</a:t>
            </a:r>
          </a:p>
          <a:p>
            <a:pPr>
              <a:lnSpc>
                <a:spcPct val="200000"/>
              </a:lnSpc>
              <a:buNone/>
            </a:pPr>
            <a:r>
              <a:rPr lang="en-US" b="1"/>
              <a:t>Purpose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/>
              <a:t>Increase excitement and engagement.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/>
              <a:t>Demonstrate energy storage and transfer concepts.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/>
              <a:t>Provide a dynamic transition between stages.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CB1E1213-2845-3D0C-72A0-CC7F7D18A979}"/>
              </a:ext>
            </a:extLst>
          </p:cNvPr>
          <p:cNvSpPr txBox="1"/>
          <p:nvPr/>
        </p:nvSpPr>
        <p:spPr>
          <a:xfrm>
            <a:off x="370217" y="1481127"/>
            <a:ext cx="9294644" cy="22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/>
              <a:t>Purpose: </a:t>
            </a:r>
            <a:r>
              <a:rPr lang="en-US" dirty="0"/>
              <a:t>To separate seeds according to their classification.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/>
              <a:t>Operation: </a:t>
            </a:r>
            <a:r>
              <a:rPr lang="en-US" dirty="0"/>
              <a:t>Based on the sensor reading, a servo-controlled gate directs the seed into either the Life Seed Chamber or the Energy Seed Chamber.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B5DF9A77-2A06-E439-0DC0-C6C63F97EFC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9604" y="4959146"/>
            <a:ext cx="2384568" cy="31522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8F0FFBE3-DB8F-0A49-9D33-503F0A31C3E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333" y="74572"/>
            <a:ext cx="719766" cy="9951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1D8C44C-3D5E-8C34-0375-B3A9DEEC47B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5054" y="74571"/>
            <a:ext cx="719766" cy="9951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D14AF98A-93B7-0E6B-0EBA-4ED9E229C53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194" y="478231"/>
            <a:ext cx="719766" cy="9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17129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40CD355-4256-2483-7F54-ED6B126F2F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507C3680-EBCF-C7D6-6B41-31E6C4F262E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5" name="Graphic 4" descr="Magnifying glass with solid fill">
            <a:extLst>
              <a:ext uri="{FF2B5EF4-FFF2-40B4-BE49-F238E27FC236}">
                <a16:creationId xmlns:a16="http://schemas.microsoft.com/office/drawing/2014/main" id="{12444BA8-1574-EDFB-BEC4-97A59C222C58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370217" y="255688"/>
            <a:ext cx="914400" cy="91440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47EF4238-B814-687C-3306-115AD225A0FC}"/>
              </a:ext>
            </a:extLst>
          </p:cNvPr>
          <p:cNvSpPr txBox="1"/>
          <p:nvPr/>
        </p:nvSpPr>
        <p:spPr>
          <a:xfrm>
            <a:off x="1237106" y="572164"/>
            <a:ext cx="2600599" cy="4924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600" b="1" dirty="0"/>
              <a:t>Recycling Loop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B21807C-62BA-63F9-5B13-71C68F5BCB1E}"/>
              </a:ext>
            </a:extLst>
          </p:cNvPr>
          <p:cNvSpPr txBox="1"/>
          <p:nvPr/>
        </p:nvSpPr>
        <p:spPr>
          <a:xfrm>
            <a:off x="-8667744" y="1481127"/>
            <a:ext cx="8456728" cy="389574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/>
              <a:t>The shooting mechanism is based on the </a:t>
            </a:r>
            <a:r>
              <a:rPr lang="en-US" b="1"/>
              <a:t>Catapult Method</a:t>
            </a:r>
            <a:r>
              <a:rPr lang="en-US"/>
              <a:t>. After receiving the ball, the catapult stores mechanical energy and launches the ball toward the next stage of the toy.</a:t>
            </a:r>
          </a:p>
          <a:p>
            <a:pPr>
              <a:lnSpc>
                <a:spcPct val="200000"/>
              </a:lnSpc>
              <a:buNone/>
            </a:pPr>
            <a:r>
              <a:rPr lang="en-US" b="1"/>
              <a:t>Purpose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/>
              <a:t>Increase excitement and engagement.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/>
              <a:t>Demonstrate energy storage and transfer concepts.</a:t>
            </a:r>
          </a:p>
          <a:p>
            <a:pPr>
              <a:lnSpc>
                <a:spcPct val="200000"/>
              </a:lnSpc>
              <a:buFont typeface="Arial" panose="020B0604020202020204" pitchFamily="34" charset="0"/>
              <a:buChar char="•"/>
            </a:pPr>
            <a:r>
              <a:rPr lang="en-US"/>
              <a:t>Provide a dynamic transition between stages.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8796E17-3958-F7AB-CFFC-25BD5F36C701}"/>
              </a:ext>
            </a:extLst>
          </p:cNvPr>
          <p:cNvSpPr txBox="1"/>
          <p:nvPr/>
        </p:nvSpPr>
        <p:spPr>
          <a:xfrm>
            <a:off x="370217" y="1481127"/>
            <a:ext cx="9294644" cy="22337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200000"/>
              </a:lnSpc>
              <a:buNone/>
            </a:pPr>
            <a:r>
              <a:rPr lang="en-US" b="1" dirty="0"/>
              <a:t>Purpose: </a:t>
            </a:r>
            <a:r>
              <a:rPr lang="en-US" dirty="0"/>
              <a:t>To create a continuous operating cycle.</a:t>
            </a:r>
          </a:p>
          <a:p>
            <a:pPr>
              <a:lnSpc>
                <a:spcPct val="200000"/>
              </a:lnSpc>
              <a:buNone/>
            </a:pPr>
            <a:r>
              <a:rPr lang="en-US" b="1" dirty="0"/>
              <a:t>Operation: </a:t>
            </a:r>
            <a:r>
              <a:rPr lang="en-US" dirty="0"/>
              <a:t>After sorting, the seed is returned to the starting area through a return path, allowing the process to repeat without manual intervention.</a:t>
            </a:r>
            <a:br>
              <a:rPr lang="en-US" dirty="0"/>
            </a:br>
            <a:endParaRPr lang="en-US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7F7CD72-5C68-19C7-1351-691904C59A4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-889604" y="4959146"/>
            <a:ext cx="2384568" cy="3152282"/>
          </a:xfrm>
          <a:prstGeom prst="rect">
            <a:avLst/>
          </a:prstGeom>
        </p:spPr>
      </p:pic>
      <p:pic>
        <p:nvPicPr>
          <p:cNvPr id="11" name="Picture 10">
            <a:extLst>
              <a:ext uri="{FF2B5EF4-FFF2-40B4-BE49-F238E27FC236}">
                <a16:creationId xmlns:a16="http://schemas.microsoft.com/office/drawing/2014/main" id="{2FEF034A-0223-0097-A039-2B9506247E4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25333" y="74572"/>
            <a:ext cx="719766" cy="995187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9CAEEE0F-686F-5B03-3B68-4C71286D206C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055054" y="74571"/>
            <a:ext cx="719766" cy="995187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1D478FA6-6867-F1E2-49E0-100F41587DF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90194" y="478231"/>
            <a:ext cx="719766" cy="9951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1056479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xmlns:p14="http://schemas.microsoft.com/office/powerpoint/2010/main" spd="slow" p14:dur="2000">
        <p159:morph option="byObject"/>
      </p:transition>
    </mc:Choice>
    <mc:Fallback>
      <p:transition spd="slow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6F0000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ECD148A-85D4-3EDE-DD4A-EB2D3FCACE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DB18A301-A817-54CD-FDCC-B15B90957A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gradFill>
            <a:gsLst>
              <a:gs pos="65000">
                <a:srgbClr val="FCEAEF"/>
              </a:gs>
              <a:gs pos="100000">
                <a:schemeClr val="bg1"/>
              </a:gs>
            </a:gsLst>
            <a:lin ang="8100000" scaled="1"/>
          </a:gra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 2">
            <a:extLst>
              <a:ext uri="{FF2B5EF4-FFF2-40B4-BE49-F238E27FC236}">
                <a16:creationId xmlns:a16="http://schemas.microsoft.com/office/drawing/2014/main" id="{3B3DA586-5305-DD22-39E8-44E3DBBD8CC1}"/>
              </a:ext>
            </a:extLst>
          </p:cNvPr>
          <p:cNvSpPr/>
          <p:nvPr/>
        </p:nvSpPr>
        <p:spPr>
          <a:xfrm flipH="1">
            <a:off x="119357" y="0"/>
            <a:ext cx="6258188" cy="6857999"/>
          </a:xfrm>
          <a:custGeom>
            <a:avLst/>
            <a:gdLst/>
            <a:ahLst/>
            <a:cxnLst/>
            <a:rect l="l" t="t" r="r" b="b"/>
            <a:pathLst>
              <a:path w="2936938" h="4114800">
                <a:moveTo>
                  <a:pt x="0" y="0"/>
                </a:moveTo>
                <a:lnTo>
                  <a:pt x="2936938" y="0"/>
                </a:lnTo>
                <a:lnTo>
                  <a:pt x="2936938" y="4114800"/>
                </a:lnTo>
                <a:lnTo>
                  <a:pt x="0" y="4114800"/>
                </a:lnTo>
                <a:lnTo>
                  <a:pt x="0" y="0"/>
                </a:lnTo>
                <a:close/>
              </a:path>
            </a:pathLst>
          </a:custGeom>
          <a:pattFill prst="pct80">
            <a:fgClr>
              <a:srgbClr val="DDF6FF"/>
            </a:fgClr>
            <a:bgClr>
              <a:schemeClr val="bg1"/>
            </a:bgClr>
          </a:pattFill>
          <a:effectLst>
            <a:outerShdw blurRad="190500" dist="25400" dir="15000000" sx="102000" sy="102000" algn="bl" rotWithShape="0">
              <a:prstClr val="black">
                <a:alpha val="37000"/>
              </a:prstClr>
            </a:outerShdw>
          </a:effectLst>
        </p:spPr>
        <p:txBody>
          <a:bodyPr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n-US" sz="1200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2A609DF-20D5-0B71-93CD-6F4F3543FBD6}"/>
              </a:ext>
            </a:extLst>
          </p:cNvPr>
          <p:cNvSpPr/>
          <p:nvPr/>
        </p:nvSpPr>
        <p:spPr>
          <a:xfrm>
            <a:off x="-3284615" y="-937065"/>
            <a:ext cx="20269200" cy="10820400"/>
          </a:xfrm>
          <a:prstGeom prst="rect">
            <a:avLst/>
          </a:prstGeom>
          <a:solidFill>
            <a:schemeClr val="tx1">
              <a:alpha val="74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200"/>
          </a:p>
        </p:txBody>
      </p:sp>
      <p:sp>
        <p:nvSpPr>
          <p:cNvPr id="17" name="TextBox 3">
            <a:extLst>
              <a:ext uri="{FF2B5EF4-FFF2-40B4-BE49-F238E27FC236}">
                <a16:creationId xmlns:a16="http://schemas.microsoft.com/office/drawing/2014/main" id="{4416668F-C0E6-8627-1624-08FC620FE462}"/>
              </a:ext>
            </a:extLst>
          </p:cNvPr>
          <p:cNvSpPr txBox="1"/>
          <p:nvPr/>
        </p:nvSpPr>
        <p:spPr>
          <a:xfrm>
            <a:off x="7190171" y="2944957"/>
            <a:ext cx="3791995" cy="96808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ts val="8014"/>
              </a:lnSpc>
            </a:pPr>
            <a:r>
              <a:rPr lang="en-US" sz="5867" b="1" dirty="0">
                <a:solidFill>
                  <a:srgbClr val="FFFFFF"/>
                </a:solidFill>
                <a:latin typeface="Cerebri Bold"/>
                <a:ea typeface="Cerebri Bold"/>
                <a:cs typeface="Cerebri Bold"/>
                <a:sym typeface="Cerebri Bold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492040788"/>
      </p:ext>
    </p:extLst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pageCurlDoubl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6" presetClass="emph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Scale>
                                      <p:cBhvr>
                                        <p:cTn id="9" dur="2000" fill="hold"/>
                                        <p:tgtEl>
                                          <p:spTgt spid="17"/>
                                        </p:tgtEl>
                                      </p:cBhvr>
                                      <p:by x="200000" y="200000"/>
                                    </p:animScale>
                                  </p:childTnLst>
                                </p:cTn>
                              </p:par>
                              <p:par>
                                <p:cTn id="10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4.30556E-6 0 L -0.24523 0 " pathEditMode="relative" rAng="0" ptsTypes="AA">
                                      <p:cBhvr>
                                        <p:cTn id="11" dur="2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2266" y="0"/>
                                    </p:animMotion>
                                  </p:childTnLst>
                                </p:cTn>
                              </p:par>
                              <p:par>
                                <p:cTn id="12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3.75E-6 0 L -0.70808 0.0037 " pathEditMode="relative" rAng="0" ptsTypes="AA">
                                      <p:cBhvr>
                                        <p:cTn id="13" dur="2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35404" y="18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8" grpId="0" animBg="1"/>
      <p:bldP spid="17" grpId="0"/>
      <p:bldP spid="17" grpId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2165</TotalTime>
  <Words>1355</Words>
  <Application>Microsoft Office PowerPoint</Application>
  <PresentationFormat>Widescreen</PresentationFormat>
  <Paragraphs>162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30" baseType="lpstr">
      <vt:lpstr>Aptos</vt:lpstr>
      <vt:lpstr>Aptos Display</vt:lpstr>
      <vt:lpstr>Arial</vt:lpstr>
      <vt:lpstr>Bahnschrift Condensed</vt:lpstr>
      <vt:lpstr>Berlin Sans FB Demi</vt:lpstr>
      <vt:lpstr>Cerebri Bold</vt:lpstr>
      <vt:lpstr>Jokerman</vt:lpstr>
      <vt:lpstr>Linotype Feltpen</vt:lpstr>
      <vt:lpstr>Open Sauce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‎ 𝓞𝓢𝓞𝓢</dc:creator>
  <cp:lastModifiedBy>Aissen Mohammed</cp:lastModifiedBy>
  <cp:revision>47</cp:revision>
  <dcterms:created xsi:type="dcterms:W3CDTF">2025-10-02T21:44:00Z</dcterms:created>
  <dcterms:modified xsi:type="dcterms:W3CDTF">2026-06-11T05:59:42Z</dcterms:modified>
</cp:coreProperties>
</file>